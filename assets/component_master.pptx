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9" r:id="rId4"/>
    <p:sldId id="270" r:id="rId5"/>
    <p:sldId id="271" r:id="rId6"/>
    <p:sldId id="264" r:id="rId7"/>
    <p:sldId id="265" r:id="rId8"/>
    <p:sldId id="267" r:id="rId9"/>
    <p:sldId id="268" r:id="rId10"/>
    <p:sldId id="273" r:id="rId11"/>
    <p:sldId id="262" r:id="rId12"/>
    <p:sldId id="263" r:id="rId13"/>
    <p:sldId id="274" r:id="rId14"/>
    <p:sldId id="266" r:id="rId15"/>
    <p:sldId id="260" r:id="rId16"/>
    <p:sldId id="261" r:id="rId17"/>
    <p:sldId id="26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2D2F9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100" b="0" i="0" u="none" strike="noStrike" kern="1200" baseline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Sheet1!$B$2:$B$4</c:f>
              <c:numCache>
                <c:formatCode>#,##0_ </c:formatCode>
                <c:ptCount val="3"/>
                <c:pt idx="0">
                  <c:v>3032</c:v>
                </c:pt>
                <c:pt idx="1">
                  <c:v>5088</c:v>
                </c:pt>
                <c:pt idx="2">
                  <c:v>6305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FC-4AA4-9DE7-249CD44238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3875392"/>
        <c:axId val="453875872"/>
      </c:barChart>
      <c:catAx>
        <c:axId val="453875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ko-KR" sz="11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453875872"/>
        <c:crosses val="autoZero"/>
        <c:auto val="1"/>
        <c:lblAlgn val="ctr"/>
        <c:lblOffset val="100"/>
        <c:noMultiLvlLbl val="0"/>
      </c:catAx>
      <c:valAx>
        <c:axId val="453875872"/>
        <c:scaling>
          <c:orientation val="minMax"/>
        </c:scaling>
        <c:delete val="1"/>
        <c:axPos val="l"/>
        <c:numFmt formatCode="#,##0_ " sourceLinked="1"/>
        <c:majorTickMark val="none"/>
        <c:minorTickMark val="none"/>
        <c:tickLblPos val="nextTo"/>
        <c:crossAx val="453875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rgbClr val="E2001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D-4DF8-8E46-7E7D3C79438B}"/>
              </c:ext>
            </c:extLst>
          </c:dPt>
          <c:dPt>
            <c:idx val="1"/>
            <c:bubble3D val="0"/>
            <c:spPr>
              <a:solidFill>
                <a:srgbClr val="2D2F9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D-4DF8-8E46-7E7D3C79438B}"/>
              </c:ext>
            </c:extLst>
          </c:dPt>
          <c:dPt>
            <c:idx val="2"/>
            <c:bubble3D val="0"/>
            <c:spPr>
              <a:solidFill>
                <a:srgbClr val="C5C5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D-4DF8-8E46-7E7D3C79438B}"/>
              </c:ext>
            </c:extLst>
          </c:dPt>
          <c:dPt>
            <c:idx val="3"/>
            <c:bubble3D val="0"/>
            <c:spPr>
              <a:solidFill>
                <a:srgbClr val="00206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DD-4DF8-8E46-7E7D3C79438B}"/>
              </c:ext>
            </c:extLst>
          </c:dPt>
          <c:dPt>
            <c:idx val="4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ADD-4DF8-8E46-7E7D3C79438B}"/>
              </c:ext>
            </c:extLst>
          </c:dPt>
          <c:dPt>
            <c:idx val="5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ADD-4DF8-8E46-7E7D3C79438B}"/>
              </c:ext>
            </c:extLst>
          </c:dPt>
          <c:cat>
            <c:strRef>
              <c:f>Sheet1!$A$2:$A$7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</c:v>
                </c:pt>
                <c:pt idx="1">
                  <c:v>17</c:v>
                </c:pt>
                <c:pt idx="2">
                  <c:v>17</c:v>
                </c:pt>
                <c:pt idx="3">
                  <c:v>10</c:v>
                </c:pt>
                <c:pt idx="4">
                  <c:v>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ADD-4DF8-8E46-7E7D3C7943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4505A-8209-D439-683B-947305684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E54B0F-261A-6320-92B7-3394C05B1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EFD359-83F6-BF5D-54A0-E7B73C94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EB09EA-4FAA-F9E4-2EFD-2067C780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85C5FC-298A-A466-0789-3A7A809C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77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7F8B3-A689-5537-1329-25302449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0ACEE-763A-E7DF-D6C9-47BEC55C0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2B2BB-F533-5314-04DE-69D8FD19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51AE8C-859D-1E8A-8733-C90DD92F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20C22A-85E3-6CDC-8FF8-95B49745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65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6B8FA-EE12-BC08-41D2-BFFAB807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2BA551-4BD1-AAF8-E2C4-1C859489B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70913B-E916-39E1-C806-8BD7A0519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94388C-C357-7463-F0E4-D9BBD66D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416AB-20C5-5C76-4214-A2D6DCCF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30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D39FE-A192-462E-2C07-2D155D9B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2F7881-53D7-E241-0F8A-5FA769079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395BC3-6ED9-B146-3FC5-97FEEB5BB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668FD7-3A5E-5E13-32E4-7EBD0D11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0DEF1-F080-4E33-438B-E82B659A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505D02-10AA-AEE4-045F-E6DE09CC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7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BAB3E-2C4E-0600-BAEB-25FFBE12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37E005-3A1A-DFCD-7887-BF7A22016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F4A26D-A5CC-F34B-EBCD-3BC214FD2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1903BF-1A26-FF13-2D8E-FF44E777B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0813AD-E8A8-C746-0D43-7F238E0CE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14DDAF-7A80-581F-325F-802136CE2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03CF19-0A70-91FD-FA2A-E6A147D7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83D50F-0F09-E785-4FD4-734770B52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31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457E9-76DC-23F2-3237-470F7C61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EDC2D8-B7FD-8E74-A910-AE5E1C8A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79CC8A-140B-F308-8305-A48B835E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659C1C-FF6D-AFE8-A408-42B818D2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62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690556-F237-3186-85CE-2BF16DF1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4F6EED-5D15-6990-0D41-62266C91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E1EA1F-6144-B448-1A0E-52492ED8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78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8A815-A233-F384-E072-3C7C0DBF6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B945E-34DA-9B8E-E160-E7D5E51C5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DFD993-CABE-E74D-4E5A-33ABDCAC2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45DA4D-D5B7-1FA0-4478-7CA07CF34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0855EC-BEF9-C1D2-996E-911337DB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874F9C-A099-4B98-B94B-06FC5F31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63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36F53-A1B6-26A9-BAA0-6D89865F2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D814AA-1086-A32E-EDDE-249C206D9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9D8EC2-0FEA-245F-B598-82723970D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13D8D6-24CB-B06B-4B63-59C6D3E6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EF81DC-DEA1-3FDD-0C27-269977C1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FF1C79-1280-E800-538E-32928D93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2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48FC63-BDC7-FD6F-06CA-76EA0B95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12FFC0-3810-9373-5AD1-69221B5B6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B6C57-2BDE-CED1-E73B-9074FE9C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B2C40E-8745-77AA-6788-AA0C17D7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8F0C7B-05C5-A481-18FF-EE69C420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37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90FD04-0EE1-EC96-A2DE-B47641CD9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D17978-F36C-3E38-1709-DCE504ECA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4A30D1-2B2B-E172-6C23-187E2A832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E1BFA3-0AFB-D695-6787-D3D289DD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67B231-B6C1-536E-D60A-227235B1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916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EDB380-B4A6-C82E-5A6F-B814412E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BE5A1B-80C2-0FD9-86EA-1E9CA64F7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51BA3B-87FE-D57C-E2F8-39B4CCAE6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312BF-599D-47E7-BC24-4FC925952224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772A49-F8EF-7628-0073-4290A9E34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E40220-E64B-04FF-D6B5-33185FEA4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9D3F0-F14D-4E61-98AC-EFA2C0C32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48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openxmlformats.org/officeDocument/2006/relationships/image" Target="../media/image35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A43E6AC-84A5-FC95-409D-30BA7F227585}"/>
              </a:ext>
            </a:extLst>
          </p:cNvPr>
          <p:cNvSpPr/>
          <p:nvPr/>
        </p:nvSpPr>
        <p:spPr>
          <a:xfrm>
            <a:off x="3339496" y="446530"/>
            <a:ext cx="1719262" cy="32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D2F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solidFill>
                  <a:srgbClr val="2D2F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안전하고 친절한 수송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AD7C709-B9F2-3D9B-BCC5-2583FC494BC9}"/>
              </a:ext>
            </a:extLst>
          </p:cNvPr>
          <p:cNvSpPr/>
          <p:nvPr/>
        </p:nvSpPr>
        <p:spPr>
          <a:xfrm>
            <a:off x="110223" y="4795754"/>
            <a:ext cx="1773710" cy="524730"/>
          </a:xfrm>
          <a:prstGeom prst="roundRect">
            <a:avLst/>
          </a:prstGeom>
          <a:solidFill>
            <a:srgbClr val="E200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M</a:t>
            </a:r>
            <a:r>
              <a:rPr lang="en-US" altLang="ko-KR" sz="14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obility Integration</a:t>
            </a:r>
            <a:endParaRPr lang="ko-KR" altLang="en-US" sz="1400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D62C312-B4C6-A3E9-E73D-B0750B6A1021}"/>
              </a:ext>
            </a:extLst>
          </p:cNvPr>
          <p:cNvSpPr/>
          <p:nvPr/>
        </p:nvSpPr>
        <p:spPr>
          <a:xfrm>
            <a:off x="1995374" y="4795754"/>
            <a:ext cx="1773710" cy="524730"/>
          </a:xfrm>
          <a:prstGeom prst="roundRect">
            <a:avLst/>
          </a:prstGeom>
          <a:solidFill>
            <a:srgbClr val="2D2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O</a:t>
            </a:r>
            <a:r>
              <a:rPr lang="en-US" altLang="ko-KR" sz="14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n-site Operation</a:t>
            </a:r>
            <a:endParaRPr lang="ko-KR" altLang="en-US" sz="1400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6365535-38F1-6DB3-2533-075DA314E71B}"/>
              </a:ext>
            </a:extLst>
          </p:cNvPr>
          <p:cNvSpPr/>
          <p:nvPr/>
        </p:nvSpPr>
        <p:spPr>
          <a:xfrm>
            <a:off x="3880525" y="4795754"/>
            <a:ext cx="1773710" cy="524730"/>
          </a:xfrm>
          <a:prstGeom prst="roundRect">
            <a:avLst/>
          </a:prstGeom>
          <a:solidFill>
            <a:srgbClr val="E200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V</a:t>
            </a:r>
            <a:r>
              <a:rPr lang="en-US" altLang="ko-KR" sz="14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IP Protocol</a:t>
            </a:r>
            <a:endParaRPr lang="ko-KR" altLang="en-US" sz="1400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4315E31-6B89-B8B4-68F5-95262363220B}"/>
              </a:ext>
            </a:extLst>
          </p:cNvPr>
          <p:cNvSpPr/>
          <p:nvPr/>
        </p:nvSpPr>
        <p:spPr>
          <a:xfrm>
            <a:off x="5765675" y="4795755"/>
            <a:ext cx="1773710" cy="524730"/>
          </a:xfrm>
          <a:prstGeom prst="roundRect">
            <a:avLst/>
          </a:prstGeom>
          <a:solidFill>
            <a:srgbClr val="2D2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I</a:t>
            </a:r>
            <a:r>
              <a:rPr lang="en-US" altLang="ko-KR" sz="14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nformation Support</a:t>
            </a:r>
            <a:endParaRPr lang="ko-KR" altLang="en-US" sz="1400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2F1E8D8-1610-E191-FD46-956925DF1963}"/>
              </a:ext>
            </a:extLst>
          </p:cNvPr>
          <p:cNvSpPr/>
          <p:nvPr/>
        </p:nvSpPr>
        <p:spPr>
          <a:xfrm>
            <a:off x="7650825" y="4795752"/>
            <a:ext cx="1773710" cy="524729"/>
          </a:xfrm>
          <a:prstGeom prst="roundRect">
            <a:avLst/>
          </a:prstGeom>
          <a:solidFill>
            <a:srgbClr val="E200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E</a:t>
            </a:r>
            <a:r>
              <a:rPr lang="en-US" altLang="ko-KR" sz="14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mergency Response</a:t>
            </a:r>
            <a:endParaRPr lang="ko-KR" altLang="en-US" sz="1400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9AA0930-A168-BA40-1E18-D0B98410AFCD}"/>
              </a:ext>
            </a:extLst>
          </p:cNvPr>
          <p:cNvSpPr/>
          <p:nvPr/>
        </p:nvSpPr>
        <p:spPr>
          <a:xfrm>
            <a:off x="105557" y="1928854"/>
            <a:ext cx="3355200" cy="3914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Aft>
                <a:spcPts val="400"/>
              </a:spcAft>
            </a:pPr>
            <a:r>
              <a:rPr lang="ko-KR" altLang="en-US" sz="12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소제목</a:t>
            </a:r>
            <a:endParaRPr lang="en-US" altLang="ko-KR" sz="1200" spc="-7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EF8ECB7-8060-E10E-475F-F7F89BFB212D}"/>
              </a:ext>
            </a:extLst>
          </p:cNvPr>
          <p:cNvSpPr/>
          <p:nvPr/>
        </p:nvSpPr>
        <p:spPr>
          <a:xfrm>
            <a:off x="105557" y="1508255"/>
            <a:ext cx="3355200" cy="391461"/>
          </a:xfrm>
          <a:prstGeom prst="rect">
            <a:avLst/>
          </a:prstGeom>
          <a:solidFill>
            <a:srgbClr val="2D2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Aft>
                <a:spcPts val="400"/>
              </a:spcAft>
            </a:pPr>
            <a:r>
              <a:rPr lang="ko-KR" altLang="en-US" sz="12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소제목</a:t>
            </a:r>
            <a:endParaRPr lang="en-US" altLang="ko-KR" sz="1200" spc="-7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FE5D1B8-729F-8DB3-DA3F-C008E6FC5C65}"/>
              </a:ext>
            </a:extLst>
          </p:cNvPr>
          <p:cNvSpPr/>
          <p:nvPr/>
        </p:nvSpPr>
        <p:spPr>
          <a:xfrm>
            <a:off x="208425" y="446529"/>
            <a:ext cx="1957820" cy="3240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pc="-5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Seamless Communication</a:t>
            </a:r>
            <a:endParaRPr lang="ko-KR" altLang="en-US" sz="1200" spc="-5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C5A02A0-B744-0921-0C05-24F5AFE23B9C}"/>
              </a:ext>
            </a:extLst>
          </p:cNvPr>
          <p:cNvGrpSpPr/>
          <p:nvPr/>
        </p:nvGrpSpPr>
        <p:grpSpPr>
          <a:xfrm>
            <a:off x="105557" y="3094964"/>
            <a:ext cx="2780354" cy="988692"/>
            <a:chOff x="7611421" y="5240919"/>
            <a:chExt cx="2780354" cy="98869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9C9E682-A14C-51C8-4B3C-E70736D0B93B}"/>
                </a:ext>
              </a:extLst>
            </p:cNvPr>
            <p:cNvSpPr txBox="1"/>
            <p:nvPr/>
          </p:nvSpPr>
          <p:spPr>
            <a:xfrm>
              <a:off x="7685972" y="5337059"/>
              <a:ext cx="270580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Aft>
                  <a:spcPts val="400"/>
                </a:spcAft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</a:defRPr>
              </a:lvl1pPr>
            </a:lstStyle>
            <a:p>
              <a:r>
                <a:rPr lang="ko-KR" altLang="en-US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카드 제목</a:t>
              </a:r>
              <a:endPara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r>
                <a:rPr lang="ko-KR" altLang="en-US" dirty="0"/>
                <a:t>핵심 요약 문장</a:t>
              </a:r>
              <a:endParaRPr lang="en-US" altLang="ko-KR" dirty="0"/>
            </a:p>
            <a:p>
              <a:endParaRPr lang="en-US" altLang="ko-KR" dirty="0"/>
            </a:p>
            <a:p>
              <a:r>
                <a:rPr lang="ko-KR" altLang="en-US" dirty="0"/>
                <a:t>세부 내용 기재</a:t>
              </a:r>
            </a:p>
          </p:txBody>
        </p:sp>
        <p:sp>
          <p:nvSpPr>
            <p:cNvPr id="65" name="L 도형 64">
              <a:extLst>
                <a:ext uri="{FF2B5EF4-FFF2-40B4-BE49-F238E27FC236}">
                  <a16:creationId xmlns:a16="http://schemas.microsoft.com/office/drawing/2014/main" id="{17FC8A66-5ADD-55F4-F0A0-26FF870F0C63}"/>
                </a:ext>
              </a:extLst>
            </p:cNvPr>
            <p:cNvSpPr/>
            <p:nvPr/>
          </p:nvSpPr>
          <p:spPr>
            <a:xfrm rot="10800000" flipH="1">
              <a:off x="7611421" y="5240919"/>
              <a:ext cx="1682744" cy="623321"/>
            </a:xfrm>
            <a:prstGeom prst="corner">
              <a:avLst>
                <a:gd name="adj1" fmla="val 12750"/>
                <a:gd name="adj2" fmla="val 1407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75C017D4-4D59-4E05-B254-5716A4915725}"/>
              </a:ext>
            </a:extLst>
          </p:cNvPr>
          <p:cNvGrpSpPr/>
          <p:nvPr/>
        </p:nvGrpSpPr>
        <p:grpSpPr>
          <a:xfrm>
            <a:off x="105557" y="5459862"/>
            <a:ext cx="5677809" cy="432000"/>
            <a:chOff x="4317836" y="6270113"/>
            <a:chExt cx="5677809" cy="432000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8B9B156E-CBAE-A4D4-5669-2F90C3925A2B}"/>
                </a:ext>
              </a:extLst>
            </p:cNvPr>
            <p:cNvGrpSpPr/>
            <p:nvPr/>
          </p:nvGrpSpPr>
          <p:grpSpPr>
            <a:xfrm>
              <a:off x="4317836" y="6270113"/>
              <a:ext cx="1823171" cy="432000"/>
              <a:chOff x="4317836" y="6273459"/>
              <a:chExt cx="1823171" cy="432000"/>
            </a:xfrm>
          </p:grpSpPr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id="{4A2EA05A-1A32-6693-59F8-629A28AC43EC}"/>
                  </a:ext>
                </a:extLst>
              </p:cNvPr>
              <p:cNvSpPr/>
              <p:nvPr/>
            </p:nvSpPr>
            <p:spPr>
              <a:xfrm>
                <a:off x="4317836" y="6273459"/>
                <a:ext cx="1764000" cy="432000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05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97F9914F-F2F6-9803-6444-0B9858E57BDE}"/>
                  </a:ext>
                </a:extLst>
              </p:cNvPr>
              <p:cNvSpPr/>
              <p:nvPr/>
            </p:nvSpPr>
            <p:spPr>
              <a:xfrm>
                <a:off x="4352680" y="6345459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r>
                  <a:rPr lang="en-US" altLang="ko-KR" sz="1400" dirty="0">
                    <a:solidFill>
                      <a:sysClr val="windowText" lastClr="000000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1</a:t>
                </a:r>
                <a:endParaRPr lang="ko-KR" altLang="en-US" sz="1400" dirty="0">
                  <a:solidFill>
                    <a:sysClr val="windowText" lastClr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C5E7761-D1A8-6BA8-B99C-D0F2D0AB8ED9}"/>
                  </a:ext>
                </a:extLst>
              </p:cNvPr>
              <p:cNvSpPr txBox="1"/>
              <p:nvPr/>
            </p:nvSpPr>
            <p:spPr>
              <a:xfrm>
                <a:off x="4638660" y="6283270"/>
                <a:ext cx="150234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83163" latinLnBrk="1"/>
                <a:r>
                  <a:rPr lang="ko-KR" altLang="en-US" sz="10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원활한 업무 수행을 통한 </a:t>
                </a:r>
                <a:br>
                  <a:rPr lang="en-US" altLang="ko-KR" sz="10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</a:br>
                <a:r>
                  <a:rPr lang="ko-KR" altLang="en-US" sz="10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현장 대응 리스크 최소화</a:t>
                </a:r>
              </a:p>
            </p:txBody>
          </p:sp>
        </p:grp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1B24E96A-37A9-8B93-B136-029A7D81AD93}"/>
                </a:ext>
              </a:extLst>
            </p:cNvPr>
            <p:cNvGrpSpPr/>
            <p:nvPr/>
          </p:nvGrpSpPr>
          <p:grpSpPr>
            <a:xfrm>
              <a:off x="6245155" y="6270113"/>
              <a:ext cx="1823171" cy="432000"/>
              <a:chOff x="4317836" y="6273459"/>
              <a:chExt cx="1823171" cy="432000"/>
            </a:xfrm>
          </p:grpSpPr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714EA31-1FD1-754D-EBC9-F08DF5C6ED21}"/>
                  </a:ext>
                </a:extLst>
              </p:cNvPr>
              <p:cNvSpPr/>
              <p:nvPr/>
            </p:nvSpPr>
            <p:spPr>
              <a:xfrm>
                <a:off x="4317836" y="6273459"/>
                <a:ext cx="1764000" cy="432000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05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3A654D10-77F2-6469-46CE-D4202AB59E41}"/>
                  </a:ext>
                </a:extLst>
              </p:cNvPr>
              <p:cNvSpPr/>
              <p:nvPr/>
            </p:nvSpPr>
            <p:spPr>
              <a:xfrm>
                <a:off x="4352680" y="6345459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r>
                  <a:rPr lang="en-US" altLang="ko-KR" sz="1400" dirty="0">
                    <a:solidFill>
                      <a:sysClr val="windowText" lastClr="000000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2</a:t>
                </a:r>
                <a:endParaRPr lang="ko-KR" altLang="en-US" sz="1400" dirty="0">
                  <a:solidFill>
                    <a:sysClr val="windowText" lastClr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DD0AA6-3E6E-081B-71E1-FED6A0C82288}"/>
                  </a:ext>
                </a:extLst>
              </p:cNvPr>
              <p:cNvSpPr txBox="1"/>
              <p:nvPr/>
            </p:nvSpPr>
            <p:spPr>
              <a:xfrm>
                <a:off x="4638660" y="6283270"/>
                <a:ext cx="150234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83163" latinLnBrk="1"/>
                <a:r>
                  <a:rPr lang="ko-KR" altLang="en-US" sz="10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초청인사 본연 일정에 </a:t>
                </a:r>
                <a:br>
                  <a:rPr lang="en-US" altLang="ko-KR" sz="10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</a:br>
                <a:r>
                  <a:rPr lang="ko-KR" altLang="en-US" sz="10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집중할 수 있는 환경 제공</a:t>
                </a:r>
              </a:p>
            </p:txBody>
          </p:sp>
        </p:grp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3771C96B-EF0C-8FDD-A49E-B4B0D27B5607}"/>
                </a:ext>
              </a:extLst>
            </p:cNvPr>
            <p:cNvGrpSpPr/>
            <p:nvPr/>
          </p:nvGrpSpPr>
          <p:grpSpPr>
            <a:xfrm>
              <a:off x="8172474" y="6270113"/>
              <a:ext cx="1823171" cy="432000"/>
              <a:chOff x="4317836" y="6273459"/>
              <a:chExt cx="1823171" cy="432000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2A3FBA2F-5D05-2377-1E24-1CEDD004A7A0}"/>
                  </a:ext>
                </a:extLst>
              </p:cNvPr>
              <p:cNvSpPr/>
              <p:nvPr/>
            </p:nvSpPr>
            <p:spPr>
              <a:xfrm>
                <a:off x="4317836" y="6273459"/>
                <a:ext cx="1764000" cy="432000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05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D4130ED7-3A7E-96F8-72A7-E21F5EAAEA7E}"/>
                  </a:ext>
                </a:extLst>
              </p:cNvPr>
              <p:cNvSpPr/>
              <p:nvPr/>
            </p:nvSpPr>
            <p:spPr>
              <a:xfrm>
                <a:off x="4352680" y="6345459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r>
                  <a:rPr lang="en-US" altLang="ko-KR" sz="1400" dirty="0">
                    <a:solidFill>
                      <a:sysClr val="windowText" lastClr="000000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3</a:t>
                </a:r>
                <a:endParaRPr lang="ko-KR" altLang="en-US" sz="1400" dirty="0">
                  <a:solidFill>
                    <a:sysClr val="windowText" lastClr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1D8FD65-9DB8-CB1D-E5C1-D174274D0605}"/>
                  </a:ext>
                </a:extLst>
              </p:cNvPr>
              <p:cNvSpPr txBox="1"/>
              <p:nvPr/>
            </p:nvSpPr>
            <p:spPr>
              <a:xfrm>
                <a:off x="4638660" y="6283270"/>
                <a:ext cx="150234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83163" latinLnBrk="1"/>
                <a:r>
                  <a:rPr lang="ko-KR" altLang="en-US" sz="10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수행 인력 업무 집중도 </a:t>
                </a:r>
                <a:endParaRPr lang="en-US" altLang="ko-KR" sz="10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defTabSz="483163" latinLnBrk="1"/>
                <a:r>
                  <a:rPr lang="ko-KR" altLang="en-US" sz="10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및 서비스 품질 향상</a:t>
                </a:r>
              </a:p>
            </p:txBody>
          </p:sp>
        </p:grp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A510F993-753D-09A2-BB06-0F0E0B43FE42}"/>
              </a:ext>
            </a:extLst>
          </p:cNvPr>
          <p:cNvSpPr txBox="1"/>
          <p:nvPr/>
        </p:nvSpPr>
        <p:spPr>
          <a:xfrm>
            <a:off x="49358" y="27577"/>
            <a:ext cx="2478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ko-KR" altLang="en-US" sz="1200" b="1" dirty="0"/>
              <a:t>텍스트 박스 </a:t>
            </a:r>
            <a:r>
              <a:rPr lang="en-US" altLang="ko-KR" sz="1200" b="1" dirty="0"/>
              <a:t>1 (</a:t>
            </a:r>
            <a:r>
              <a:rPr lang="ko-KR" altLang="en-US" sz="1200" b="1" dirty="0"/>
              <a:t>어두운 배경용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B1E92E1-C066-66D8-5523-B6E35A850833}"/>
              </a:ext>
            </a:extLst>
          </p:cNvPr>
          <p:cNvSpPr txBox="1"/>
          <p:nvPr/>
        </p:nvSpPr>
        <p:spPr>
          <a:xfrm>
            <a:off x="49358" y="1231256"/>
            <a:ext cx="21162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3. </a:t>
            </a:r>
            <a:r>
              <a:rPr lang="ko-KR" altLang="en-US" sz="1200" b="1" dirty="0"/>
              <a:t>텍스트 박스 </a:t>
            </a:r>
            <a:r>
              <a:rPr lang="en-US" altLang="ko-KR" sz="1200" b="1" dirty="0"/>
              <a:t>3 (</a:t>
            </a:r>
            <a:r>
              <a:rPr lang="ko-KR" altLang="en-US" sz="1200" b="1" dirty="0"/>
              <a:t>소제목용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1F20A9B-10C7-E2D8-F529-C1DC0D5A261F}"/>
              </a:ext>
            </a:extLst>
          </p:cNvPr>
          <p:cNvSpPr txBox="1"/>
          <p:nvPr/>
        </p:nvSpPr>
        <p:spPr>
          <a:xfrm>
            <a:off x="3339496" y="27577"/>
            <a:ext cx="2324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ko-KR" altLang="en-US" sz="1200" b="1" dirty="0"/>
              <a:t>텍스트 박스 </a:t>
            </a:r>
            <a:r>
              <a:rPr lang="en-US" altLang="ko-KR" sz="1200" b="1" dirty="0"/>
              <a:t>2 (</a:t>
            </a:r>
            <a:r>
              <a:rPr lang="ko-KR" altLang="en-US" sz="1200" b="1" dirty="0"/>
              <a:t>밝은 배경용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46CF9D-6B10-CABD-7FE7-F9E8004CCE49}"/>
              </a:ext>
            </a:extLst>
          </p:cNvPr>
          <p:cNvSpPr txBox="1"/>
          <p:nvPr/>
        </p:nvSpPr>
        <p:spPr>
          <a:xfrm>
            <a:off x="49358" y="2789270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4. </a:t>
            </a:r>
            <a:r>
              <a:rPr lang="ko-KR" altLang="en-US" sz="1200" b="1" dirty="0"/>
              <a:t>카드 디자인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16D8589-C2B5-C1BA-B887-31F8FCECF381}"/>
              </a:ext>
            </a:extLst>
          </p:cNvPr>
          <p:cNvSpPr txBox="1"/>
          <p:nvPr/>
        </p:nvSpPr>
        <p:spPr>
          <a:xfrm>
            <a:off x="49358" y="4450574"/>
            <a:ext cx="24881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5. </a:t>
            </a:r>
            <a:r>
              <a:rPr lang="ko-KR" altLang="en-US" sz="1200" b="1" dirty="0"/>
              <a:t>강조 텍스트 박스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키워드 중심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62727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그룹 99">
            <a:extLst>
              <a:ext uri="{FF2B5EF4-FFF2-40B4-BE49-F238E27FC236}">
                <a16:creationId xmlns:a16="http://schemas.microsoft.com/office/drawing/2014/main" id="{F5F4B5F9-AC19-1A5F-9766-AF4685EF50C2}"/>
              </a:ext>
            </a:extLst>
          </p:cNvPr>
          <p:cNvGrpSpPr/>
          <p:nvPr/>
        </p:nvGrpSpPr>
        <p:grpSpPr>
          <a:xfrm>
            <a:off x="5857444" y="432920"/>
            <a:ext cx="3768619" cy="1105778"/>
            <a:chOff x="812422" y="2483228"/>
            <a:chExt cx="3768619" cy="1105778"/>
          </a:xfrm>
        </p:grpSpPr>
        <p:sp>
          <p:nvSpPr>
            <p:cNvPr id="38" name="모서리가 둥근 직사각형 14">
              <a:extLst>
                <a:ext uri="{FF2B5EF4-FFF2-40B4-BE49-F238E27FC236}">
                  <a16:creationId xmlns:a16="http://schemas.microsoft.com/office/drawing/2014/main" id="{A8CC3014-35B1-5DE0-E6DB-CBCA5E6F2D0A}"/>
                </a:ext>
              </a:extLst>
            </p:cNvPr>
            <p:cNvSpPr/>
            <p:nvPr/>
          </p:nvSpPr>
          <p:spPr>
            <a:xfrm>
              <a:off x="812422" y="2483228"/>
              <a:ext cx="1105778" cy="1105778"/>
            </a:xfrm>
            <a:prstGeom prst="roundRect">
              <a:avLst/>
            </a:prstGeom>
            <a:noFill/>
            <a:ln w="25400">
              <a:solidFill>
                <a:srgbClr val="1553A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실시간</a:t>
              </a:r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정보공유</a:t>
              </a:r>
            </a:p>
          </p:txBody>
        </p:sp>
        <p:sp>
          <p:nvSpPr>
            <p:cNvPr id="39" name="모서리가 둥근 직사각형 14">
              <a:extLst>
                <a:ext uri="{FF2B5EF4-FFF2-40B4-BE49-F238E27FC236}">
                  <a16:creationId xmlns:a16="http://schemas.microsoft.com/office/drawing/2014/main" id="{61ED4496-C463-D0B8-F6D2-58C039FB71E0}"/>
                </a:ext>
              </a:extLst>
            </p:cNvPr>
            <p:cNvSpPr/>
            <p:nvPr/>
          </p:nvSpPr>
          <p:spPr>
            <a:xfrm>
              <a:off x="2143842" y="2483228"/>
              <a:ext cx="1105778" cy="1105778"/>
            </a:xfrm>
            <a:prstGeom prst="roundRect">
              <a:avLst/>
            </a:prstGeom>
            <a:noFill/>
            <a:ln w="25400">
              <a:solidFill>
                <a:srgbClr val="1553A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오차 없는</a:t>
              </a:r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일정 관리</a:t>
              </a:r>
            </a:p>
          </p:txBody>
        </p:sp>
        <p:sp>
          <p:nvSpPr>
            <p:cNvPr id="40" name="모서리가 둥근 직사각형 14">
              <a:extLst>
                <a:ext uri="{FF2B5EF4-FFF2-40B4-BE49-F238E27FC236}">
                  <a16:creationId xmlns:a16="http://schemas.microsoft.com/office/drawing/2014/main" id="{479AB282-D955-3A81-9FA8-EFDD52FD132B}"/>
                </a:ext>
              </a:extLst>
            </p:cNvPr>
            <p:cNvSpPr/>
            <p:nvPr/>
          </p:nvSpPr>
          <p:spPr>
            <a:xfrm>
              <a:off x="3475263" y="2483228"/>
              <a:ext cx="1105778" cy="1105778"/>
            </a:xfrm>
            <a:prstGeom prst="roundRect">
              <a:avLst/>
            </a:prstGeom>
            <a:noFill/>
            <a:ln w="25400">
              <a:solidFill>
                <a:srgbClr val="1553A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빠른</a:t>
              </a:r>
              <a:endParaRPr lang="en-US" altLang="ko-KR" sz="12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대응 체계</a:t>
              </a: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52BD9B14-5B40-B78B-F5DD-0A76C3BFB907}"/>
                </a:ext>
              </a:extLst>
            </p:cNvPr>
            <p:cNvGrpSpPr/>
            <p:nvPr/>
          </p:nvGrpSpPr>
          <p:grpSpPr>
            <a:xfrm>
              <a:off x="2525890" y="2605777"/>
              <a:ext cx="341680" cy="357211"/>
              <a:chOff x="2578763" y="4773417"/>
              <a:chExt cx="341680" cy="357211"/>
            </a:xfrm>
          </p:grpSpPr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5D391E6A-9000-0C4A-4320-E77FBB0A8E70}"/>
                  </a:ext>
                </a:extLst>
              </p:cNvPr>
              <p:cNvSpPr/>
              <p:nvPr/>
            </p:nvSpPr>
            <p:spPr>
              <a:xfrm flipV="1">
                <a:off x="2578763" y="4820010"/>
                <a:ext cx="341680" cy="310618"/>
              </a:xfrm>
              <a:custGeom>
                <a:avLst/>
                <a:gdLst>
                  <a:gd name="connsiteX0" fmla="*/ 341752 w 341680"/>
                  <a:gd name="connsiteY0" fmla="*/ 992 h 310618"/>
                  <a:gd name="connsiteX1" fmla="*/ 72 w 341680"/>
                  <a:gd name="connsiteY1" fmla="*/ 992 h 310618"/>
                  <a:gd name="connsiteX2" fmla="*/ 72 w 341680"/>
                  <a:gd name="connsiteY2" fmla="*/ 311611 h 310618"/>
                  <a:gd name="connsiteX3" fmla="*/ 341752 w 341680"/>
                  <a:gd name="connsiteY3" fmla="*/ 311611 h 31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680" h="310618">
                    <a:moveTo>
                      <a:pt x="341752" y="992"/>
                    </a:moveTo>
                    <a:lnTo>
                      <a:pt x="72" y="992"/>
                    </a:lnTo>
                    <a:lnTo>
                      <a:pt x="72" y="311611"/>
                    </a:lnTo>
                    <a:lnTo>
                      <a:pt x="341752" y="311611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30CD89CF-B95E-4E70-C73A-4F12C42CD896}"/>
                  </a:ext>
                </a:extLst>
              </p:cNvPr>
              <p:cNvSpPr/>
              <p:nvPr/>
            </p:nvSpPr>
            <p:spPr>
              <a:xfrm flipV="1">
                <a:off x="2578763" y="4913196"/>
                <a:ext cx="341680" cy="3882"/>
              </a:xfrm>
              <a:custGeom>
                <a:avLst/>
                <a:gdLst>
                  <a:gd name="connsiteX0" fmla="*/ 255 w 341680"/>
                  <a:gd name="connsiteY0" fmla="*/ 1385 h 3882"/>
                  <a:gd name="connsiteX1" fmla="*/ 341935 w 341680"/>
                  <a:gd name="connsiteY1" fmla="*/ 1385 h 3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1680" h="3882">
                    <a:moveTo>
                      <a:pt x="255" y="1385"/>
                    </a:moveTo>
                    <a:lnTo>
                      <a:pt x="341935" y="1385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F3F19FC1-1284-4ADE-EC0A-D1FB4BFDECB4}"/>
                  </a:ext>
                </a:extLst>
              </p:cNvPr>
              <p:cNvSpPr/>
              <p:nvPr/>
            </p:nvSpPr>
            <p:spPr>
              <a:xfrm flipV="1">
                <a:off x="2671948" y="4773417"/>
                <a:ext cx="3882" cy="77654"/>
              </a:xfrm>
              <a:custGeom>
                <a:avLst/>
                <a:gdLst>
                  <a:gd name="connsiteX0" fmla="*/ 268 w 3882"/>
                  <a:gd name="connsiteY0" fmla="*/ 79021 h 77654"/>
                  <a:gd name="connsiteX1" fmla="*/ 268 w 3882"/>
                  <a:gd name="connsiteY1" fmla="*/ 1367 h 77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2" h="77654">
                    <a:moveTo>
                      <a:pt x="268" y="79021"/>
                    </a:moveTo>
                    <a:lnTo>
                      <a:pt x="268" y="1367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25965A61-042C-6C64-CD0E-1C4DD688B318}"/>
                  </a:ext>
                </a:extLst>
              </p:cNvPr>
              <p:cNvSpPr/>
              <p:nvPr/>
            </p:nvSpPr>
            <p:spPr>
              <a:xfrm flipV="1">
                <a:off x="2827257" y="4773417"/>
                <a:ext cx="3882" cy="77654"/>
              </a:xfrm>
              <a:custGeom>
                <a:avLst/>
                <a:gdLst>
                  <a:gd name="connsiteX0" fmla="*/ 308 w 3882"/>
                  <a:gd name="connsiteY0" fmla="*/ 79021 h 77654"/>
                  <a:gd name="connsiteX1" fmla="*/ 308 w 3882"/>
                  <a:gd name="connsiteY1" fmla="*/ 1367 h 77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2" h="77654">
                    <a:moveTo>
                      <a:pt x="308" y="79021"/>
                    </a:moveTo>
                    <a:lnTo>
                      <a:pt x="308" y="1367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3B60662B-43E3-1306-8542-64FF64C43445}"/>
                  </a:ext>
                </a:extLst>
              </p:cNvPr>
              <p:cNvSpPr/>
              <p:nvPr/>
            </p:nvSpPr>
            <p:spPr>
              <a:xfrm flipV="1">
                <a:off x="2696690" y="4980875"/>
                <a:ext cx="125971" cy="77654"/>
              </a:xfrm>
              <a:custGeom>
                <a:avLst/>
                <a:gdLst>
                  <a:gd name="connsiteX0" fmla="*/ 126274 w 125971"/>
                  <a:gd name="connsiteY0" fmla="*/ 79075 h 77654"/>
                  <a:gd name="connsiteX1" fmla="*/ 48619 w 125971"/>
                  <a:gd name="connsiteY1" fmla="*/ 1420 h 77654"/>
                  <a:gd name="connsiteX2" fmla="*/ 303 w 125971"/>
                  <a:gd name="connsiteY2" fmla="*/ 44560 h 77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5971" h="77654">
                    <a:moveTo>
                      <a:pt x="126274" y="79075"/>
                    </a:moveTo>
                    <a:lnTo>
                      <a:pt x="48619" y="1420"/>
                    </a:lnTo>
                    <a:lnTo>
                      <a:pt x="303" y="44560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601E37F2-9329-C140-C575-454DB89FA8BB}"/>
                </a:ext>
              </a:extLst>
            </p:cNvPr>
            <p:cNvGrpSpPr/>
            <p:nvPr/>
          </p:nvGrpSpPr>
          <p:grpSpPr>
            <a:xfrm>
              <a:off x="3836605" y="2598010"/>
              <a:ext cx="383095" cy="372744"/>
              <a:chOff x="3889478" y="4765650"/>
              <a:chExt cx="383095" cy="372744"/>
            </a:xfrm>
          </p:grpSpPr>
          <p:sp>
            <p:nvSpPr>
              <p:cNvPr id="48" name="자유형: 도형 47">
                <a:extLst>
                  <a:ext uri="{FF2B5EF4-FFF2-40B4-BE49-F238E27FC236}">
                    <a16:creationId xmlns:a16="http://schemas.microsoft.com/office/drawing/2014/main" id="{2D1AF31E-B648-E785-3645-489BFDDC13C4}"/>
                  </a:ext>
                </a:extLst>
              </p:cNvPr>
              <p:cNvSpPr/>
              <p:nvPr/>
            </p:nvSpPr>
            <p:spPr>
              <a:xfrm flipV="1">
                <a:off x="3984496" y="4827776"/>
                <a:ext cx="288077" cy="310618"/>
              </a:xfrm>
              <a:custGeom>
                <a:avLst/>
                <a:gdLst>
                  <a:gd name="connsiteX0" fmla="*/ 839 w 288077"/>
                  <a:gd name="connsiteY0" fmla="*/ 236956 h 310618"/>
                  <a:gd name="connsiteX1" fmla="*/ 7973 w 288077"/>
                  <a:gd name="connsiteY1" fmla="*/ 247651 h 310618"/>
                  <a:gd name="connsiteX2" fmla="*/ 133608 w 288077"/>
                  <a:gd name="connsiteY2" fmla="*/ 311747 h 310618"/>
                  <a:gd name="connsiteX3" fmla="*/ 288917 w 288077"/>
                  <a:gd name="connsiteY3" fmla="*/ 156438 h 310618"/>
                  <a:gd name="connsiteX4" fmla="*/ 133608 w 288077"/>
                  <a:gd name="connsiteY4" fmla="*/ 1129 h 310618"/>
                  <a:gd name="connsiteX5" fmla="*/ 55094 w 288077"/>
                  <a:gd name="connsiteY5" fmla="*/ 22474 h 31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8077" h="310618">
                    <a:moveTo>
                      <a:pt x="839" y="236956"/>
                    </a:moveTo>
                    <a:cubicBezTo>
                      <a:pt x="3076" y="240621"/>
                      <a:pt x="5457" y="244188"/>
                      <a:pt x="7973" y="247651"/>
                    </a:cubicBezTo>
                    <a:cubicBezTo>
                      <a:pt x="36234" y="286468"/>
                      <a:pt x="82024" y="311747"/>
                      <a:pt x="133608" y="311747"/>
                    </a:cubicBezTo>
                    <a:cubicBezTo>
                      <a:pt x="219245" y="311747"/>
                      <a:pt x="288917" y="242076"/>
                      <a:pt x="288917" y="156438"/>
                    </a:cubicBezTo>
                    <a:cubicBezTo>
                      <a:pt x="288917" y="70795"/>
                      <a:pt x="219245" y="1129"/>
                      <a:pt x="133608" y="1129"/>
                    </a:cubicBezTo>
                    <a:cubicBezTo>
                      <a:pt x="104984" y="1129"/>
                      <a:pt x="78147" y="8910"/>
                      <a:pt x="55094" y="22474"/>
                    </a:cubicBez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9" name="자유형: 도형 48">
                <a:extLst>
                  <a:ext uri="{FF2B5EF4-FFF2-40B4-BE49-F238E27FC236}">
                    <a16:creationId xmlns:a16="http://schemas.microsoft.com/office/drawing/2014/main" id="{198E1B8C-A1E0-702C-0088-4055E6171646}"/>
                  </a:ext>
                </a:extLst>
              </p:cNvPr>
              <p:cNvSpPr/>
              <p:nvPr/>
            </p:nvSpPr>
            <p:spPr>
              <a:xfrm flipV="1">
                <a:off x="4085731" y="4951550"/>
                <a:ext cx="63065" cy="63065"/>
              </a:xfrm>
              <a:custGeom>
                <a:avLst/>
                <a:gdLst>
                  <a:gd name="connsiteX0" fmla="*/ 63936 w 63065"/>
                  <a:gd name="connsiteY0" fmla="*/ 32646 h 63065"/>
                  <a:gd name="connsiteX1" fmla="*/ 32403 w 63065"/>
                  <a:gd name="connsiteY1" fmla="*/ 1113 h 63065"/>
                  <a:gd name="connsiteX2" fmla="*/ 870 w 63065"/>
                  <a:gd name="connsiteY2" fmla="*/ 32646 h 63065"/>
                  <a:gd name="connsiteX3" fmla="*/ 32403 w 63065"/>
                  <a:gd name="connsiteY3" fmla="*/ 64179 h 63065"/>
                  <a:gd name="connsiteX4" fmla="*/ 63936 w 63065"/>
                  <a:gd name="connsiteY4" fmla="*/ 32646 h 63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065" h="63065">
                    <a:moveTo>
                      <a:pt x="63936" y="32646"/>
                    </a:moveTo>
                    <a:cubicBezTo>
                      <a:pt x="63936" y="15231"/>
                      <a:pt x="49818" y="1113"/>
                      <a:pt x="32403" y="1113"/>
                    </a:cubicBezTo>
                    <a:cubicBezTo>
                      <a:pt x="14988" y="1113"/>
                      <a:pt x="870" y="15231"/>
                      <a:pt x="870" y="32646"/>
                    </a:cubicBezTo>
                    <a:cubicBezTo>
                      <a:pt x="870" y="50062"/>
                      <a:pt x="14988" y="64179"/>
                      <a:pt x="32403" y="64179"/>
                    </a:cubicBezTo>
                    <a:cubicBezTo>
                      <a:pt x="49818" y="64179"/>
                      <a:pt x="63936" y="50062"/>
                      <a:pt x="63936" y="32646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0" name="자유형: 도형 49">
                <a:extLst>
                  <a:ext uri="{FF2B5EF4-FFF2-40B4-BE49-F238E27FC236}">
                    <a16:creationId xmlns:a16="http://schemas.microsoft.com/office/drawing/2014/main" id="{C95FF3AB-868F-E402-E854-FCD478BD5BB6}"/>
                  </a:ext>
                </a:extLst>
              </p:cNvPr>
              <p:cNvSpPr/>
              <p:nvPr/>
            </p:nvSpPr>
            <p:spPr>
              <a:xfrm flipV="1">
                <a:off x="4044787" y="4765650"/>
                <a:ext cx="155309" cy="3882"/>
              </a:xfrm>
              <a:custGeom>
                <a:avLst/>
                <a:gdLst>
                  <a:gd name="connsiteX0" fmla="*/ 850 w 155309"/>
                  <a:gd name="connsiteY0" fmla="*/ 1057 h 3882"/>
                  <a:gd name="connsiteX1" fmla="*/ 156160 w 155309"/>
                  <a:gd name="connsiteY1" fmla="*/ 1057 h 3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5309" h="3882">
                    <a:moveTo>
                      <a:pt x="850" y="1057"/>
                    </a:moveTo>
                    <a:lnTo>
                      <a:pt x="156160" y="1057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A2C5E749-0EEF-998B-16CD-B53046E2167A}"/>
                  </a:ext>
                </a:extLst>
              </p:cNvPr>
              <p:cNvSpPr/>
              <p:nvPr/>
            </p:nvSpPr>
            <p:spPr>
              <a:xfrm flipV="1">
                <a:off x="4053847" y="4896369"/>
                <a:ext cx="45298" cy="55652"/>
              </a:xfrm>
              <a:custGeom>
                <a:avLst/>
                <a:gdLst>
                  <a:gd name="connsiteX0" fmla="*/ 849 w 45298"/>
                  <a:gd name="connsiteY0" fmla="*/ 56756 h 55652"/>
                  <a:gd name="connsiteX1" fmla="*/ 46148 w 45298"/>
                  <a:gd name="connsiteY1" fmla="*/ 1104 h 55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5298" h="55652">
                    <a:moveTo>
                      <a:pt x="849" y="56756"/>
                    </a:moveTo>
                    <a:lnTo>
                      <a:pt x="46148" y="1104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A03E5683-38BA-1431-E1B0-70F4B818056E}"/>
                  </a:ext>
                </a:extLst>
              </p:cNvPr>
              <p:cNvSpPr/>
              <p:nvPr/>
            </p:nvSpPr>
            <p:spPr>
              <a:xfrm flipV="1">
                <a:off x="4117265" y="4766080"/>
                <a:ext cx="3882" cy="61264"/>
              </a:xfrm>
              <a:custGeom>
                <a:avLst/>
                <a:gdLst>
                  <a:gd name="connsiteX0" fmla="*/ 864 w 3882"/>
                  <a:gd name="connsiteY0" fmla="*/ 62336 h 61264"/>
                  <a:gd name="connsiteX1" fmla="*/ 864 w 3882"/>
                  <a:gd name="connsiteY1" fmla="*/ 1071 h 61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2" h="61264">
                    <a:moveTo>
                      <a:pt x="864" y="62336"/>
                    </a:moveTo>
                    <a:lnTo>
                      <a:pt x="864" y="1071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9BEBD773-5924-7ED0-132B-83DFEE2EAB10}"/>
                  </a:ext>
                </a:extLst>
              </p:cNvPr>
              <p:cNvSpPr/>
              <p:nvPr/>
            </p:nvSpPr>
            <p:spPr>
              <a:xfrm flipV="1">
                <a:off x="4224687" y="4835540"/>
                <a:ext cx="31061" cy="31926"/>
              </a:xfrm>
              <a:custGeom>
                <a:avLst/>
                <a:gdLst>
                  <a:gd name="connsiteX0" fmla="*/ 893 w 31061"/>
                  <a:gd name="connsiteY0" fmla="*/ 1076 h 31926"/>
                  <a:gd name="connsiteX1" fmla="*/ 31955 w 31061"/>
                  <a:gd name="connsiteY1" fmla="*/ 33003 h 31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61" h="31926">
                    <a:moveTo>
                      <a:pt x="893" y="1076"/>
                    </a:moveTo>
                    <a:lnTo>
                      <a:pt x="31955" y="33003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4" name="자유형: 도형 53">
                <a:extLst>
                  <a:ext uri="{FF2B5EF4-FFF2-40B4-BE49-F238E27FC236}">
                    <a16:creationId xmlns:a16="http://schemas.microsoft.com/office/drawing/2014/main" id="{EFEC4080-36F0-AB41-5E5D-58F1030AFCCD}"/>
                  </a:ext>
                </a:extLst>
              </p:cNvPr>
              <p:cNvSpPr/>
              <p:nvPr/>
            </p:nvSpPr>
            <p:spPr>
              <a:xfrm flipV="1">
                <a:off x="3889478" y="4952021"/>
                <a:ext cx="124247" cy="3882"/>
              </a:xfrm>
              <a:custGeom>
                <a:avLst/>
                <a:gdLst>
                  <a:gd name="connsiteX0" fmla="*/ 125081 w 124247"/>
                  <a:gd name="connsiteY0" fmla="*/ 1105 h 3882"/>
                  <a:gd name="connsiteX1" fmla="*/ 833 w 124247"/>
                  <a:gd name="connsiteY1" fmla="*/ 1105 h 3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4247" h="3882">
                    <a:moveTo>
                      <a:pt x="125081" y="1105"/>
                    </a:moveTo>
                    <a:lnTo>
                      <a:pt x="833" y="1105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06C1BBDE-B673-7C69-D873-FD036022CDD4}"/>
                  </a:ext>
                </a:extLst>
              </p:cNvPr>
              <p:cNvSpPr/>
              <p:nvPr/>
            </p:nvSpPr>
            <p:spPr>
              <a:xfrm flipV="1">
                <a:off x="3920540" y="5014145"/>
                <a:ext cx="93185" cy="3882"/>
              </a:xfrm>
              <a:custGeom>
                <a:avLst/>
                <a:gdLst>
                  <a:gd name="connsiteX0" fmla="*/ 94020 w 93185"/>
                  <a:gd name="connsiteY0" fmla="*/ 1121 h 3882"/>
                  <a:gd name="connsiteX1" fmla="*/ 834 w 93185"/>
                  <a:gd name="connsiteY1" fmla="*/ 1121 h 3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185" h="3882">
                    <a:moveTo>
                      <a:pt x="94020" y="1121"/>
                    </a:moveTo>
                    <a:lnTo>
                      <a:pt x="834" y="1121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3862E6F0-6E50-65BE-29EE-A7EB8233DA24}"/>
                  </a:ext>
                </a:extLst>
              </p:cNvPr>
              <p:cNvSpPr/>
              <p:nvPr/>
            </p:nvSpPr>
            <p:spPr>
              <a:xfrm flipV="1">
                <a:off x="3951602" y="5076698"/>
                <a:ext cx="62123" cy="3882"/>
              </a:xfrm>
              <a:custGeom>
                <a:avLst/>
                <a:gdLst>
                  <a:gd name="connsiteX0" fmla="*/ 62959 w 62123"/>
                  <a:gd name="connsiteY0" fmla="*/ 1137 h 3882"/>
                  <a:gd name="connsiteX1" fmla="*/ 835 w 62123"/>
                  <a:gd name="connsiteY1" fmla="*/ 1137 h 3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2123" h="3882">
                    <a:moveTo>
                      <a:pt x="62959" y="1137"/>
                    </a:moveTo>
                    <a:lnTo>
                      <a:pt x="835" y="1137"/>
                    </a:lnTo>
                  </a:path>
                </a:pathLst>
              </a:custGeom>
              <a:noFill/>
              <a:ln w="19050" cap="rnd">
                <a:solidFill>
                  <a:srgbClr val="1553A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EE19976B-AEB3-3363-D189-4BA7D6D74402}"/>
                </a:ext>
              </a:extLst>
            </p:cNvPr>
            <p:cNvGrpSpPr/>
            <p:nvPr/>
          </p:nvGrpSpPr>
          <p:grpSpPr>
            <a:xfrm>
              <a:off x="1180245" y="2573155"/>
              <a:ext cx="370131" cy="422454"/>
              <a:chOff x="1363803" y="4459199"/>
              <a:chExt cx="832912" cy="950656"/>
            </a:xfrm>
          </p:grpSpPr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76EFC14A-ED6C-1A66-C2F1-7B31221C5D32}"/>
                  </a:ext>
                </a:extLst>
              </p:cNvPr>
              <p:cNvSpPr/>
              <p:nvPr/>
            </p:nvSpPr>
            <p:spPr>
              <a:xfrm flipV="1">
                <a:off x="1734753" y="4544677"/>
                <a:ext cx="461962" cy="806326"/>
              </a:xfrm>
              <a:custGeom>
                <a:avLst/>
                <a:gdLst>
                  <a:gd name="connsiteX0" fmla="*/ -13436 w 461962"/>
                  <a:gd name="connsiteY0" fmla="*/ -7679 h 806326"/>
                  <a:gd name="connsiteX1" fmla="*/ 32065 w 461962"/>
                  <a:gd name="connsiteY1" fmla="*/ -10134 h 806326"/>
                  <a:gd name="connsiteX2" fmla="*/ 448526 w 461962"/>
                  <a:gd name="connsiteY2" fmla="*/ 406327 h 806326"/>
                  <a:gd name="connsiteX3" fmla="*/ 178919 w 461962"/>
                  <a:gd name="connsiteY3" fmla="*/ 796192 h 80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962" h="806326">
                    <a:moveTo>
                      <a:pt x="-13436" y="-7679"/>
                    </a:moveTo>
                    <a:cubicBezTo>
                      <a:pt x="1499" y="-9316"/>
                      <a:pt x="16679" y="-10134"/>
                      <a:pt x="32065" y="-10134"/>
                    </a:cubicBezTo>
                    <a:cubicBezTo>
                      <a:pt x="262064" y="-10134"/>
                      <a:pt x="448526" y="176328"/>
                      <a:pt x="448526" y="406327"/>
                    </a:cubicBezTo>
                    <a:cubicBezTo>
                      <a:pt x="448526" y="584647"/>
                      <a:pt x="336452" y="736820"/>
                      <a:pt x="178919" y="796192"/>
                    </a:cubicBezTo>
                  </a:path>
                </a:pathLst>
              </a:custGeom>
              <a:noFill/>
              <a:ln w="19050" cap="flat">
                <a:solidFill>
                  <a:srgbClr val="1553A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9ACAED3D-8644-4522-5703-ED348505CF5D}"/>
                  </a:ext>
                </a:extLst>
              </p:cNvPr>
              <p:cNvSpPr/>
              <p:nvPr/>
            </p:nvSpPr>
            <p:spPr>
              <a:xfrm flipV="1">
                <a:off x="1363803" y="4518051"/>
                <a:ext cx="461965" cy="809010"/>
              </a:xfrm>
              <a:custGeom>
                <a:avLst/>
                <a:gdLst>
                  <a:gd name="connsiteX0" fmla="*/ 448431 w 461965"/>
                  <a:gd name="connsiteY0" fmla="*/ 795708 h 809010"/>
                  <a:gd name="connsiteX1" fmla="*/ 402911 w 461965"/>
                  <a:gd name="connsiteY1" fmla="*/ 798142 h 809010"/>
                  <a:gd name="connsiteX2" fmla="*/ -13535 w 461965"/>
                  <a:gd name="connsiteY2" fmla="*/ 381696 h 809010"/>
                  <a:gd name="connsiteX3" fmla="*/ 263490 w 461965"/>
                  <a:gd name="connsiteY3" fmla="*/ -10868 h 809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965" h="809010">
                    <a:moveTo>
                      <a:pt x="448431" y="795708"/>
                    </a:moveTo>
                    <a:cubicBezTo>
                      <a:pt x="433515" y="797331"/>
                      <a:pt x="418290" y="798142"/>
                      <a:pt x="402911" y="798142"/>
                    </a:cubicBezTo>
                    <a:cubicBezTo>
                      <a:pt x="172913" y="798142"/>
                      <a:pt x="-13535" y="611694"/>
                      <a:pt x="-13535" y="381696"/>
                    </a:cubicBezTo>
                    <a:cubicBezTo>
                      <a:pt x="-13535" y="200581"/>
                      <a:pt x="102082" y="46476"/>
                      <a:pt x="263490" y="-10868"/>
                    </a:cubicBezTo>
                  </a:path>
                </a:pathLst>
              </a:custGeom>
              <a:noFill/>
              <a:ln w="19050" cap="flat">
                <a:solidFill>
                  <a:srgbClr val="1553A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0" name="자유형: 도형 59">
                <a:extLst>
                  <a:ext uri="{FF2B5EF4-FFF2-40B4-BE49-F238E27FC236}">
                    <a16:creationId xmlns:a16="http://schemas.microsoft.com/office/drawing/2014/main" id="{E35AA143-B38F-F773-12B4-410EEC9FC168}"/>
                  </a:ext>
                </a:extLst>
              </p:cNvPr>
              <p:cNvSpPr/>
              <p:nvPr/>
            </p:nvSpPr>
            <p:spPr>
              <a:xfrm flipV="1">
                <a:off x="1762280" y="4459199"/>
                <a:ext cx="63488" cy="124813"/>
              </a:xfrm>
              <a:custGeom>
                <a:avLst/>
                <a:gdLst>
                  <a:gd name="connsiteX0" fmla="*/ -11816 w 63488"/>
                  <a:gd name="connsiteY0" fmla="*/ -12049 h 124813"/>
                  <a:gd name="connsiteX1" fmla="*/ 49509 w 63488"/>
                  <a:gd name="connsiteY1" fmla="*/ 51440 h 124813"/>
                  <a:gd name="connsiteX2" fmla="*/ -13980 w 63488"/>
                  <a:gd name="connsiteY2" fmla="*/ 112765 h 12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488" h="124813">
                    <a:moveTo>
                      <a:pt x="-11816" y="-12049"/>
                    </a:moveTo>
                    <a:lnTo>
                      <a:pt x="49509" y="51440"/>
                    </a:lnTo>
                    <a:lnTo>
                      <a:pt x="-13980" y="112765"/>
                    </a:lnTo>
                  </a:path>
                </a:pathLst>
              </a:custGeom>
              <a:noFill/>
              <a:ln w="19050" cap="flat">
                <a:solidFill>
                  <a:srgbClr val="1553A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85AF4335-F2E8-97A0-7E98-9A75FA3430B0}"/>
                  </a:ext>
                </a:extLst>
              </p:cNvPr>
              <p:cNvSpPr/>
              <p:nvPr/>
            </p:nvSpPr>
            <p:spPr>
              <a:xfrm flipV="1">
                <a:off x="1734745" y="5285010"/>
                <a:ext cx="63519" cy="124845"/>
              </a:xfrm>
              <a:custGeom>
                <a:avLst/>
                <a:gdLst>
                  <a:gd name="connsiteX0" fmla="*/ 47337 w 63519"/>
                  <a:gd name="connsiteY0" fmla="*/ 115182 h 124845"/>
                  <a:gd name="connsiteX1" fmla="*/ -13989 w 63519"/>
                  <a:gd name="connsiteY1" fmla="*/ 51662 h 124845"/>
                  <a:gd name="connsiteX2" fmla="*/ 49530 w 63519"/>
                  <a:gd name="connsiteY2" fmla="*/ -9664 h 124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519" h="124845">
                    <a:moveTo>
                      <a:pt x="47337" y="115182"/>
                    </a:moveTo>
                    <a:lnTo>
                      <a:pt x="-13989" y="51662"/>
                    </a:lnTo>
                    <a:lnTo>
                      <a:pt x="49530" y="-9664"/>
                    </a:lnTo>
                  </a:path>
                </a:pathLst>
              </a:custGeom>
              <a:noFill/>
              <a:ln w="19050" cap="flat">
                <a:solidFill>
                  <a:srgbClr val="1553A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DDD0391A-DD2F-66C7-271E-CE3426794294}"/>
                  </a:ext>
                </a:extLst>
              </p:cNvPr>
              <p:cNvSpPr/>
              <p:nvPr/>
            </p:nvSpPr>
            <p:spPr>
              <a:xfrm flipV="1">
                <a:off x="1580970" y="4780778"/>
                <a:ext cx="187903" cy="284182"/>
              </a:xfrm>
              <a:custGeom>
                <a:avLst/>
                <a:gdLst>
                  <a:gd name="connsiteX0" fmla="*/ -3749 w 187903"/>
                  <a:gd name="connsiteY0" fmla="*/ 224220 h 284182"/>
                  <a:gd name="connsiteX1" fmla="*/ 21907 w 187903"/>
                  <a:gd name="connsiteY1" fmla="*/ 249914 h 284182"/>
                  <a:gd name="connsiteX2" fmla="*/ 134488 w 187903"/>
                  <a:gd name="connsiteY2" fmla="*/ 249914 h 284182"/>
                  <a:gd name="connsiteX3" fmla="*/ 134488 w 187903"/>
                  <a:gd name="connsiteY3" fmla="*/ 249914 h 284182"/>
                  <a:gd name="connsiteX4" fmla="*/ 134488 w 187903"/>
                  <a:gd name="connsiteY4" fmla="*/ 137333 h 284182"/>
                  <a:gd name="connsiteX5" fmla="*/ -13859 w 187903"/>
                  <a:gd name="connsiteY5" fmla="*/ -10976 h 284182"/>
                  <a:gd name="connsiteX6" fmla="*/ 174045 w 187903"/>
                  <a:gd name="connsiteY6" fmla="*/ -10976 h 284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7903" h="284182">
                    <a:moveTo>
                      <a:pt x="-3749" y="224220"/>
                    </a:moveTo>
                    <a:lnTo>
                      <a:pt x="21907" y="249914"/>
                    </a:lnTo>
                    <a:cubicBezTo>
                      <a:pt x="52962" y="280970"/>
                      <a:pt x="103394" y="280970"/>
                      <a:pt x="134488" y="249914"/>
                    </a:cubicBezTo>
                    <a:lnTo>
                      <a:pt x="134488" y="249914"/>
                    </a:lnTo>
                    <a:cubicBezTo>
                      <a:pt x="165544" y="218820"/>
                      <a:pt x="165544" y="168427"/>
                      <a:pt x="134488" y="137333"/>
                    </a:cubicBezTo>
                    <a:lnTo>
                      <a:pt x="-13859" y="-10976"/>
                    </a:lnTo>
                    <a:lnTo>
                      <a:pt x="174045" y="-10976"/>
                    </a:lnTo>
                  </a:path>
                </a:pathLst>
              </a:custGeom>
              <a:noFill/>
              <a:ln w="19050" cap="flat">
                <a:solidFill>
                  <a:srgbClr val="1553A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AB73852A-D617-127E-1092-71DD1DE54426}"/>
                  </a:ext>
                </a:extLst>
              </p:cNvPr>
              <p:cNvSpPr/>
              <p:nvPr/>
            </p:nvSpPr>
            <p:spPr>
              <a:xfrm flipV="1">
                <a:off x="1788934" y="4806420"/>
                <a:ext cx="257784" cy="281863"/>
              </a:xfrm>
              <a:custGeom>
                <a:avLst/>
                <a:gdLst>
                  <a:gd name="connsiteX0" fmla="*/ 244089 w 257784"/>
                  <a:gd name="connsiteY0" fmla="*/ 94520 h 281863"/>
                  <a:gd name="connsiteX1" fmla="*/ -13695 w 257784"/>
                  <a:gd name="connsiteY1" fmla="*/ 94520 h 281863"/>
                  <a:gd name="connsiteX2" fmla="*/ 163214 w 257784"/>
                  <a:gd name="connsiteY2" fmla="*/ 271470 h 281863"/>
                  <a:gd name="connsiteX3" fmla="*/ 163214 w 257784"/>
                  <a:gd name="connsiteY3" fmla="*/ -10393 h 281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784" h="281863">
                    <a:moveTo>
                      <a:pt x="244089" y="94520"/>
                    </a:moveTo>
                    <a:lnTo>
                      <a:pt x="-13695" y="94520"/>
                    </a:lnTo>
                    <a:lnTo>
                      <a:pt x="163214" y="271470"/>
                    </a:lnTo>
                    <a:lnTo>
                      <a:pt x="163214" y="-10393"/>
                    </a:lnTo>
                  </a:path>
                </a:pathLst>
              </a:custGeom>
              <a:noFill/>
              <a:ln w="19050" cap="flat">
                <a:solidFill>
                  <a:srgbClr val="1553A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CB632894-D572-1D49-7CCA-E3CADBD29576}"/>
              </a:ext>
            </a:extLst>
          </p:cNvPr>
          <p:cNvGrpSpPr/>
          <p:nvPr/>
        </p:nvGrpSpPr>
        <p:grpSpPr>
          <a:xfrm>
            <a:off x="128383" y="289133"/>
            <a:ext cx="5478374" cy="1393352"/>
            <a:chOff x="-734281" y="2607148"/>
            <a:chExt cx="5478374" cy="1393352"/>
          </a:xfrm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8B85425E-AE3E-0140-4831-27A193B5EEF9}"/>
                </a:ext>
              </a:extLst>
            </p:cNvPr>
            <p:cNvSpPr/>
            <p:nvPr/>
          </p:nvSpPr>
          <p:spPr>
            <a:xfrm>
              <a:off x="635399" y="2607148"/>
              <a:ext cx="1280430" cy="1393352"/>
            </a:xfrm>
            <a:prstGeom prst="roundRect">
              <a:avLst>
                <a:gd name="adj" fmla="val 5662"/>
              </a:avLst>
            </a:prstGeom>
            <a:solidFill>
              <a:srgbClr val="DAEC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F31DA83-0404-FF5D-9B71-0912DF8A7E45}"/>
                </a:ext>
              </a:extLst>
            </p:cNvPr>
            <p:cNvSpPr/>
            <p:nvPr/>
          </p:nvSpPr>
          <p:spPr>
            <a:xfrm>
              <a:off x="2049531" y="2607148"/>
              <a:ext cx="1280430" cy="1393352"/>
            </a:xfrm>
            <a:prstGeom prst="roundRect">
              <a:avLst>
                <a:gd name="adj" fmla="val 5662"/>
              </a:avLst>
            </a:prstGeom>
            <a:solidFill>
              <a:srgbClr val="85BFE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A00C642A-D228-FA1A-9C13-FA7609D6AE40}"/>
                </a:ext>
              </a:extLst>
            </p:cNvPr>
            <p:cNvSpPr/>
            <p:nvPr/>
          </p:nvSpPr>
          <p:spPr>
            <a:xfrm>
              <a:off x="3463663" y="2607148"/>
              <a:ext cx="1280430" cy="1393352"/>
            </a:xfrm>
            <a:prstGeom prst="roundRect">
              <a:avLst>
                <a:gd name="adj" fmla="val 5662"/>
              </a:avLst>
            </a:prstGeom>
            <a:solidFill>
              <a:srgbClr val="DAEC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D98E6D89-1B77-4C72-C525-E27F36571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98714" y="2665391"/>
              <a:ext cx="582064" cy="582064"/>
            </a:xfrm>
            <a:prstGeom prst="rect">
              <a:avLst/>
            </a:prstGeom>
          </p:spPr>
        </p:pic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3B12BA57-B749-7D93-5885-870662864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582" y="2665391"/>
              <a:ext cx="582064" cy="582064"/>
            </a:xfrm>
            <a:prstGeom prst="rect">
              <a:avLst/>
            </a:prstGeom>
          </p:spPr>
        </p:pic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D226408C-773A-AE9E-2BC0-4BFC69C17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02096" y="2680913"/>
              <a:ext cx="403564" cy="551020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C1F8536-4F70-CC4E-7EB3-693223A59FC5}"/>
                </a:ext>
              </a:extLst>
            </p:cNvPr>
            <p:cNvSpPr txBox="1"/>
            <p:nvPr/>
          </p:nvSpPr>
          <p:spPr>
            <a:xfrm>
              <a:off x="683686" y="3340272"/>
              <a:ext cx="1183856" cy="538930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R="0" indent="-562610" algn="ctr" fontAlgn="base">
                <a:lnSpc>
                  <a:spcPct val="120000"/>
                </a:lnSpc>
                <a:buClr>
                  <a:srgbClr val="198754"/>
                </a:buClr>
                <a:buNone/>
              </a:pPr>
              <a:r>
                <a:rPr lang="ko-KR" altLang="en-US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국내외 대형보험사</a:t>
              </a:r>
              <a:endParaRPr lang="en-US" altLang="ko-KR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R="0" indent="-562610" algn="ctr" fontAlgn="base">
                <a:lnSpc>
                  <a:spcPct val="120000"/>
                </a:lnSpc>
                <a:buClr>
                  <a:srgbClr val="198754"/>
                </a:buClr>
                <a:buNone/>
              </a:pPr>
              <a:r>
                <a:rPr lang="ko-KR" altLang="en-US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업무 협약으로</a:t>
              </a:r>
              <a:endParaRPr lang="en-US" altLang="ko-KR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R="0" indent="-562610" algn="ctr" fontAlgn="base">
                <a:lnSpc>
                  <a:spcPct val="120000"/>
                </a:lnSpc>
                <a:buClr>
                  <a:srgbClr val="198754"/>
                </a:buClr>
                <a:buNone/>
              </a:pPr>
              <a:r>
                <a:rPr lang="ko-KR" altLang="en-US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최적의 상품 연계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3EEE8BC-6208-F12B-1C7D-DEA49FA4D9E4}"/>
                </a:ext>
              </a:extLst>
            </p:cNvPr>
            <p:cNvSpPr txBox="1"/>
            <p:nvPr/>
          </p:nvSpPr>
          <p:spPr>
            <a:xfrm>
              <a:off x="2092482" y="3340272"/>
              <a:ext cx="1183856" cy="538930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R="0" indent="-562610" algn="ctr" fontAlgn="base">
                <a:lnSpc>
                  <a:spcPct val="120000"/>
                </a:lnSpc>
                <a:buClr>
                  <a:srgbClr val="198754"/>
                </a:buClr>
                <a:buNone/>
              </a:pPr>
              <a:r>
                <a:rPr lang="ko-KR" altLang="en-US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사고 발생 시</a:t>
              </a:r>
              <a:r>
                <a:rPr lang="en-US" altLang="ko-KR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</a:t>
              </a:r>
            </a:p>
            <a:p>
              <a:pPr marR="0" indent="-562610" algn="ctr" fontAlgn="base">
                <a:lnSpc>
                  <a:spcPct val="120000"/>
                </a:lnSpc>
                <a:buClr>
                  <a:srgbClr val="198754"/>
                </a:buClr>
                <a:buNone/>
              </a:pPr>
              <a:r>
                <a:rPr lang="ko-KR" altLang="en-US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보험금 청구</a:t>
              </a:r>
              <a:endParaRPr lang="en-US" altLang="ko-KR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R="0" indent="-562610" algn="ctr" fontAlgn="base">
                <a:lnSpc>
                  <a:spcPct val="120000"/>
                </a:lnSpc>
                <a:buClr>
                  <a:srgbClr val="198754"/>
                </a:buClr>
                <a:buNone/>
              </a:pPr>
              <a:r>
                <a:rPr lang="ko-KR" altLang="en-US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대행 업무 지원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475141C-96AB-EBFF-66B5-7A75EF33CA9D}"/>
                </a:ext>
              </a:extLst>
            </p:cNvPr>
            <p:cNvSpPr txBox="1"/>
            <p:nvPr/>
          </p:nvSpPr>
          <p:spPr>
            <a:xfrm>
              <a:off x="3511950" y="3340272"/>
              <a:ext cx="1183856" cy="538930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R="0" indent="-562610" algn="ctr" fontAlgn="base">
                <a:lnSpc>
                  <a:spcPct val="120000"/>
                </a:lnSpc>
                <a:buClr>
                  <a:srgbClr val="198754"/>
                </a:buClr>
                <a:buNone/>
              </a:pPr>
              <a:r>
                <a:rPr lang="ko-KR" altLang="en-US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보험 일정 변경</a:t>
              </a:r>
              <a:r>
                <a:rPr lang="en-US" altLang="ko-KR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</a:t>
              </a:r>
            </a:p>
            <a:p>
              <a:pPr marR="0" indent="-562610" algn="ctr" fontAlgn="base">
                <a:lnSpc>
                  <a:spcPct val="120000"/>
                </a:lnSpc>
                <a:buClr>
                  <a:srgbClr val="198754"/>
                </a:buClr>
                <a:buNone/>
              </a:pPr>
              <a:r>
                <a:rPr lang="ko-KR" altLang="en-US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해약 등 대응 업무</a:t>
              </a:r>
              <a:endParaRPr lang="en-US" altLang="ko-KR" sz="1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R="0" indent="-562610" algn="ctr" fontAlgn="base">
                <a:lnSpc>
                  <a:spcPct val="120000"/>
                </a:lnSpc>
                <a:buClr>
                  <a:srgbClr val="198754"/>
                </a:buClr>
                <a:buNone/>
              </a:pPr>
              <a:r>
                <a:rPr lang="ko-KR" altLang="en-US" sz="10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실시간 진행</a:t>
              </a:r>
            </a:p>
          </p:txBody>
        </p: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2FBDF729-F594-E370-1062-DD956EC975D6}"/>
                </a:ext>
              </a:extLst>
            </p:cNvPr>
            <p:cNvSpPr/>
            <p:nvPr/>
          </p:nvSpPr>
          <p:spPr>
            <a:xfrm>
              <a:off x="-734281" y="2607148"/>
              <a:ext cx="1280430" cy="1393352"/>
            </a:xfrm>
            <a:prstGeom prst="roundRect">
              <a:avLst>
                <a:gd name="adj" fmla="val 5662"/>
              </a:avLst>
            </a:prstGeom>
            <a:solidFill>
              <a:srgbClr val="1553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300"/>
                </a:spcAft>
              </a:pPr>
              <a:r>
                <a:rPr lang="ko-KR" altLang="en-US" sz="11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여행자 보험</a:t>
              </a:r>
              <a:endParaRPr lang="en-US" altLang="ko-KR" sz="11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algn="ctr">
                <a:spcAft>
                  <a:spcPts val="300"/>
                </a:spcAft>
              </a:pPr>
              <a:r>
                <a:rPr lang="ko-KR" altLang="en-US" sz="11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가입</a:t>
              </a:r>
              <a:r>
                <a:rPr lang="en-US" altLang="ko-KR" sz="11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/</a:t>
              </a:r>
              <a:r>
                <a:rPr lang="ko-KR" altLang="en-US" sz="11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운용 대행</a:t>
              </a:r>
              <a:endParaRPr lang="en-US" altLang="ko-KR" sz="11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ko-KR" sz="11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(</a:t>
              </a:r>
              <a:r>
                <a:rPr lang="ko-KR" altLang="en-US" sz="11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요청 대상 전원</a:t>
              </a:r>
              <a:r>
                <a:rPr lang="en-US" altLang="ko-KR" sz="11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)</a:t>
              </a:r>
              <a:endParaRPr lang="ko-KR" altLang="en-US" sz="10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44D80A-97DC-CDFF-D698-64BCA7911204}"/>
              </a:ext>
            </a:extLst>
          </p:cNvPr>
          <p:cNvGrpSpPr/>
          <p:nvPr/>
        </p:nvGrpSpPr>
        <p:grpSpPr>
          <a:xfrm>
            <a:off x="-95372" y="2330128"/>
            <a:ext cx="9720263" cy="1449764"/>
            <a:chOff x="485776" y="3642501"/>
            <a:chExt cx="9720263" cy="144976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476FFF8-F7B9-F6A0-BC9F-C8C92EE649A6}"/>
                </a:ext>
              </a:extLst>
            </p:cNvPr>
            <p:cNvSpPr txBox="1"/>
            <p:nvPr/>
          </p:nvSpPr>
          <p:spPr>
            <a:xfrm>
              <a:off x="485776" y="4083550"/>
              <a:ext cx="2430066" cy="2662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92075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marL="0" indent="0" algn="ctr">
                <a:buNone/>
              </a:pPr>
              <a:r>
                <a:rPr lang="ko-KR" altLang="en-US" sz="11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더  편리한 환승</a:t>
              </a:r>
              <a:endParaRPr lang="en-US" altLang="ko-KR" sz="1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883AC7-E1C4-7D09-F0A1-D2625774B3C0}"/>
                </a:ext>
              </a:extLst>
            </p:cNvPr>
            <p:cNvSpPr txBox="1"/>
            <p:nvPr/>
          </p:nvSpPr>
          <p:spPr>
            <a:xfrm>
              <a:off x="2915842" y="4083550"/>
              <a:ext cx="2430066" cy="2662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92075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marL="0" indent="0" algn="ctr">
                <a:buNone/>
              </a:pPr>
              <a:r>
                <a:rPr lang="ko-KR" altLang="en-US" sz="11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정확한 셔틀의 정보 제공</a:t>
              </a:r>
              <a:endParaRPr lang="en-US" altLang="ko-KR" sz="1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7A44390-3E7D-F4EF-2305-B1A98E2B1CC8}"/>
                </a:ext>
              </a:extLst>
            </p:cNvPr>
            <p:cNvSpPr txBox="1"/>
            <p:nvPr/>
          </p:nvSpPr>
          <p:spPr>
            <a:xfrm>
              <a:off x="5345907" y="4083550"/>
              <a:ext cx="2430066" cy="2662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92075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marL="0" indent="0" algn="ctr">
                <a:buNone/>
              </a:pPr>
              <a:r>
                <a:rPr lang="ko-KR" altLang="en-US" sz="11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긴급 상황 대처</a:t>
              </a:r>
              <a:endParaRPr lang="en-US" altLang="ko-KR" sz="1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BF27B5-6CA3-E4FA-833F-CFF8DB56CAF1}"/>
                </a:ext>
              </a:extLst>
            </p:cNvPr>
            <p:cNvSpPr txBox="1"/>
            <p:nvPr/>
          </p:nvSpPr>
          <p:spPr>
            <a:xfrm>
              <a:off x="7775973" y="4083550"/>
              <a:ext cx="2430066" cy="2662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92075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marL="0" indent="0" algn="ctr">
                <a:buNone/>
              </a:pPr>
              <a:r>
                <a:rPr lang="ko-KR" altLang="en-US" sz="11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안정적인 수송 환경 유지</a:t>
              </a:r>
              <a:endParaRPr lang="en-US" altLang="ko-KR" sz="1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B9E2B6C-B775-377E-C3C5-61528AD16A73}"/>
                </a:ext>
              </a:extLst>
            </p:cNvPr>
            <p:cNvSpPr txBox="1"/>
            <p:nvPr/>
          </p:nvSpPr>
          <p:spPr>
            <a:xfrm>
              <a:off x="485776" y="4415157"/>
              <a:ext cx="243006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92075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어디로 입국하더라도</a:t>
              </a:r>
              <a:r>
                <a:rPr lang="en-US" altLang="ko-KR" sz="1100" dirty="0"/>
                <a:t>.</a:t>
              </a:r>
            </a:p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어디에 도착하더라도 완벽한 셔틀이</a:t>
              </a:r>
              <a:endParaRPr lang="en-US" altLang="ko-KR" sz="1100" dirty="0"/>
            </a:p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참가자의 여정을 책임집니다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7DAF4F-0812-FC46-B272-1D863774CB54}"/>
                </a:ext>
              </a:extLst>
            </p:cNvPr>
            <p:cNvSpPr txBox="1"/>
            <p:nvPr/>
          </p:nvSpPr>
          <p:spPr>
            <a:xfrm>
              <a:off x="2915842" y="4415157"/>
              <a:ext cx="243006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92075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온라인으로 실시간 제공되는 </a:t>
              </a:r>
              <a:endParaRPr lang="en-US" altLang="ko-KR" sz="1100" dirty="0"/>
            </a:p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정확한 정보를 바탕으로 </a:t>
              </a:r>
              <a:endParaRPr lang="en-US" altLang="ko-KR" sz="1100" dirty="0"/>
            </a:p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이동의 편의성이 대폭 개선됩니다</a:t>
              </a:r>
              <a:endParaRPr lang="en-US" altLang="ko-KR" sz="11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C9EC8E-EAE3-9C67-8B64-4A1BB876CDCD}"/>
                </a:ext>
              </a:extLst>
            </p:cNvPr>
            <p:cNvSpPr txBox="1"/>
            <p:nvPr/>
          </p:nvSpPr>
          <p:spPr>
            <a:xfrm>
              <a:off x="5345907" y="4415157"/>
              <a:ext cx="243006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92075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돌발 상황의 가능성을 사전에 검토하고</a:t>
              </a:r>
              <a:endParaRPr lang="en-US" altLang="ko-KR" sz="1100" dirty="0"/>
            </a:p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발생 시 신속하고 정확하게 대응하여</a:t>
              </a:r>
              <a:endParaRPr lang="en-US" altLang="ko-KR" sz="1100" dirty="0"/>
            </a:p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언제나 완벽한 서비스 환경을 유지합니다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7563C3-0C87-2C75-38CF-3091F1EFA73F}"/>
                </a:ext>
              </a:extLst>
            </p:cNvPr>
            <p:cNvSpPr txBox="1"/>
            <p:nvPr/>
          </p:nvSpPr>
          <p:spPr>
            <a:xfrm>
              <a:off x="7775973" y="4415157"/>
              <a:ext cx="243006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92075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체계적인 차량 인프라와</a:t>
              </a:r>
              <a:endParaRPr lang="en-US" altLang="ko-KR" sz="1100" dirty="0"/>
            </a:p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밀도 높은 서비스 품질 관리를 통해</a:t>
              </a:r>
              <a:endParaRPr lang="en-US" altLang="ko-KR" sz="1100" dirty="0"/>
            </a:p>
            <a:p>
              <a:pPr marL="0" indent="0" algn="ctr">
                <a:lnSpc>
                  <a:spcPct val="100000"/>
                </a:lnSpc>
                <a:spcAft>
                  <a:spcPts val="300"/>
                </a:spcAft>
                <a:buNone/>
              </a:pPr>
              <a:r>
                <a:rPr lang="ko-KR" altLang="en-US" sz="1100" dirty="0"/>
                <a:t>빈틈 없는 수송 환경이 구현됩니다</a:t>
              </a:r>
              <a:r>
                <a:rPr lang="en-US" altLang="ko-KR" sz="1100" dirty="0"/>
                <a:t>.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FFA5D0B-1574-ABE9-4F0C-C649044A38BF}"/>
                </a:ext>
              </a:extLst>
            </p:cNvPr>
            <p:cNvGrpSpPr/>
            <p:nvPr/>
          </p:nvGrpSpPr>
          <p:grpSpPr>
            <a:xfrm>
              <a:off x="1501520" y="3642509"/>
              <a:ext cx="398579" cy="398573"/>
              <a:chOff x="1649489" y="1093084"/>
              <a:chExt cx="1050097" cy="1050080"/>
            </a:xfrm>
            <a:solidFill>
              <a:srgbClr val="FCD9DB"/>
            </a:solidFill>
          </p:grpSpPr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66B60BAF-F76D-9E5F-866F-BDB2C7689393}"/>
                  </a:ext>
                </a:extLst>
              </p:cNvPr>
              <p:cNvSpPr/>
              <p:nvPr/>
            </p:nvSpPr>
            <p:spPr>
              <a:xfrm flipV="1">
                <a:off x="2070494" y="1174634"/>
                <a:ext cx="208103" cy="316404"/>
              </a:xfrm>
              <a:custGeom>
                <a:avLst/>
                <a:gdLst>
                  <a:gd name="connsiteX0" fmla="*/ 66075 w 130354"/>
                  <a:gd name="connsiteY0" fmla="*/ 51006 h 198193"/>
                  <a:gd name="connsiteX1" fmla="*/ 81185 w 130354"/>
                  <a:gd name="connsiteY1" fmla="*/ 50130 h 198193"/>
                  <a:gd name="connsiteX2" fmla="*/ 88374 w 130354"/>
                  <a:gd name="connsiteY2" fmla="*/ 95948 h 198193"/>
                  <a:gd name="connsiteX3" fmla="*/ 66075 w 130354"/>
                  <a:gd name="connsiteY3" fmla="*/ 155944 h 198193"/>
                  <a:gd name="connsiteX4" fmla="*/ 43776 w 130354"/>
                  <a:gd name="connsiteY4" fmla="*/ 95948 h 198193"/>
                  <a:gd name="connsiteX5" fmla="*/ 50954 w 130354"/>
                  <a:gd name="connsiteY5" fmla="*/ 50130 h 198193"/>
                  <a:gd name="connsiteX6" fmla="*/ 66075 w 130354"/>
                  <a:gd name="connsiteY6" fmla="*/ 51006 h 198193"/>
                  <a:gd name="connsiteX7" fmla="*/ 105536 w 130354"/>
                  <a:gd name="connsiteY7" fmla="*/ 629 h 198193"/>
                  <a:gd name="connsiteX8" fmla="*/ 88707 w 130354"/>
                  <a:gd name="connsiteY8" fmla="*/ 5144 h 198193"/>
                  <a:gd name="connsiteX9" fmla="*/ 43443 w 130354"/>
                  <a:gd name="connsiteY9" fmla="*/ 5144 h 198193"/>
                  <a:gd name="connsiteX10" fmla="*/ 26614 w 130354"/>
                  <a:gd name="connsiteY10" fmla="*/ 629 h 198193"/>
                  <a:gd name="connsiteX11" fmla="*/ 18748 w 130354"/>
                  <a:gd name="connsiteY11" fmla="*/ 16171 h 198193"/>
                  <a:gd name="connsiteX12" fmla="*/ 898 w 130354"/>
                  <a:gd name="connsiteY12" fmla="*/ 95948 h 198193"/>
                  <a:gd name="connsiteX13" fmla="*/ 66075 w 130354"/>
                  <a:gd name="connsiteY13" fmla="*/ 198823 h 198193"/>
                  <a:gd name="connsiteX14" fmla="*/ 131252 w 130354"/>
                  <a:gd name="connsiteY14" fmla="*/ 95948 h 198193"/>
                  <a:gd name="connsiteX15" fmla="*/ 113402 w 130354"/>
                  <a:gd name="connsiteY15" fmla="*/ 16171 h 19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0354" h="198193">
                    <a:moveTo>
                      <a:pt x="66075" y="51006"/>
                    </a:moveTo>
                    <a:cubicBezTo>
                      <a:pt x="71134" y="51006"/>
                      <a:pt x="76193" y="50718"/>
                      <a:pt x="81185" y="50130"/>
                    </a:cubicBezTo>
                    <a:cubicBezTo>
                      <a:pt x="85866" y="64031"/>
                      <a:pt x="88374" y="79817"/>
                      <a:pt x="88374" y="95948"/>
                    </a:cubicBezTo>
                    <a:cubicBezTo>
                      <a:pt x="88374" y="137184"/>
                      <a:pt x="76814" y="155944"/>
                      <a:pt x="66075" y="155944"/>
                    </a:cubicBezTo>
                    <a:cubicBezTo>
                      <a:pt x="52740" y="155944"/>
                      <a:pt x="43776" y="131837"/>
                      <a:pt x="43776" y="95948"/>
                    </a:cubicBezTo>
                    <a:cubicBezTo>
                      <a:pt x="43776" y="79817"/>
                      <a:pt x="46283" y="64031"/>
                      <a:pt x="50954" y="50130"/>
                    </a:cubicBezTo>
                    <a:cubicBezTo>
                      <a:pt x="55968" y="50718"/>
                      <a:pt x="61016" y="51006"/>
                      <a:pt x="66075" y="51006"/>
                    </a:cubicBezTo>
                    <a:moveTo>
                      <a:pt x="105536" y="629"/>
                    </a:moveTo>
                    <a:lnTo>
                      <a:pt x="88707" y="5144"/>
                    </a:lnTo>
                    <a:cubicBezTo>
                      <a:pt x="73985" y="9116"/>
                      <a:pt x="58176" y="9116"/>
                      <a:pt x="43443" y="5144"/>
                    </a:cubicBezTo>
                    <a:lnTo>
                      <a:pt x="26614" y="629"/>
                    </a:lnTo>
                    <a:lnTo>
                      <a:pt x="18748" y="16171"/>
                    </a:lnTo>
                    <a:cubicBezTo>
                      <a:pt x="7077" y="39247"/>
                      <a:pt x="898" y="66838"/>
                      <a:pt x="898" y="95948"/>
                    </a:cubicBezTo>
                    <a:cubicBezTo>
                      <a:pt x="898" y="191401"/>
                      <a:pt x="50787" y="198823"/>
                      <a:pt x="66075" y="198823"/>
                    </a:cubicBezTo>
                    <a:cubicBezTo>
                      <a:pt x="97582" y="198823"/>
                      <a:pt x="131252" y="171798"/>
                      <a:pt x="131252" y="95948"/>
                    </a:cubicBezTo>
                    <a:cubicBezTo>
                      <a:pt x="131252" y="66838"/>
                      <a:pt x="125061" y="39247"/>
                      <a:pt x="113402" y="16171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2" name="자유형: 도형 71">
                <a:extLst>
                  <a:ext uri="{FF2B5EF4-FFF2-40B4-BE49-F238E27FC236}">
                    <a16:creationId xmlns:a16="http://schemas.microsoft.com/office/drawing/2014/main" id="{EEFDB4AB-8A9E-2B07-ECC9-CCE7F5F03085}"/>
                  </a:ext>
                </a:extLst>
              </p:cNvPr>
              <p:cNvSpPr/>
              <p:nvPr/>
            </p:nvSpPr>
            <p:spPr>
              <a:xfrm flipV="1">
                <a:off x="2070489" y="1745199"/>
                <a:ext cx="208085" cy="316404"/>
              </a:xfrm>
              <a:custGeom>
                <a:avLst/>
                <a:gdLst>
                  <a:gd name="connsiteX0" fmla="*/ 50952 w 130343"/>
                  <a:gd name="connsiteY0" fmla="*/ 149373 h 198193"/>
                  <a:gd name="connsiteX1" fmla="*/ 43786 w 130343"/>
                  <a:gd name="connsiteY1" fmla="*/ 103555 h 198193"/>
                  <a:gd name="connsiteX2" fmla="*/ 66062 w 130343"/>
                  <a:gd name="connsiteY2" fmla="*/ 43559 h 198193"/>
                  <a:gd name="connsiteX3" fmla="*/ 88372 w 130343"/>
                  <a:gd name="connsiteY3" fmla="*/ 103555 h 198193"/>
                  <a:gd name="connsiteX4" fmla="*/ 81206 w 130343"/>
                  <a:gd name="connsiteY4" fmla="*/ 149373 h 198193"/>
                  <a:gd name="connsiteX5" fmla="*/ 50952 w 130343"/>
                  <a:gd name="connsiteY5" fmla="*/ 149373 h 198193"/>
                  <a:gd name="connsiteX6" fmla="*/ 66062 w 130343"/>
                  <a:gd name="connsiteY6" fmla="*/ 681 h 198193"/>
                  <a:gd name="connsiteX7" fmla="*/ 896 w 130343"/>
                  <a:gd name="connsiteY7" fmla="*/ 103555 h 198193"/>
                  <a:gd name="connsiteX8" fmla="*/ 18758 w 130343"/>
                  <a:gd name="connsiteY8" fmla="*/ 183343 h 198193"/>
                  <a:gd name="connsiteX9" fmla="*/ 26623 w 130343"/>
                  <a:gd name="connsiteY9" fmla="*/ 198874 h 198193"/>
                  <a:gd name="connsiteX10" fmla="*/ 43442 w 130343"/>
                  <a:gd name="connsiteY10" fmla="*/ 194359 h 198193"/>
                  <a:gd name="connsiteX11" fmla="*/ 88694 w 130343"/>
                  <a:gd name="connsiteY11" fmla="*/ 194359 h 198193"/>
                  <a:gd name="connsiteX12" fmla="*/ 105535 w 130343"/>
                  <a:gd name="connsiteY12" fmla="*/ 198874 h 198193"/>
                  <a:gd name="connsiteX13" fmla="*/ 113400 w 130343"/>
                  <a:gd name="connsiteY13" fmla="*/ 183343 h 198193"/>
                  <a:gd name="connsiteX14" fmla="*/ 131239 w 130343"/>
                  <a:gd name="connsiteY14" fmla="*/ 103555 h 198193"/>
                  <a:gd name="connsiteX15" fmla="*/ 66062 w 130343"/>
                  <a:gd name="connsiteY15" fmla="*/ 681 h 19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0343" h="198193">
                    <a:moveTo>
                      <a:pt x="50952" y="149373"/>
                    </a:moveTo>
                    <a:cubicBezTo>
                      <a:pt x="46282" y="135461"/>
                      <a:pt x="43786" y="119686"/>
                      <a:pt x="43786" y="103555"/>
                    </a:cubicBezTo>
                    <a:cubicBezTo>
                      <a:pt x="43786" y="62330"/>
                      <a:pt x="55346" y="43559"/>
                      <a:pt x="66062" y="43559"/>
                    </a:cubicBezTo>
                    <a:cubicBezTo>
                      <a:pt x="79397" y="43559"/>
                      <a:pt x="88372" y="67666"/>
                      <a:pt x="88372" y="103555"/>
                    </a:cubicBezTo>
                    <a:cubicBezTo>
                      <a:pt x="88372" y="119686"/>
                      <a:pt x="85854" y="135461"/>
                      <a:pt x="81206" y="149373"/>
                    </a:cubicBezTo>
                    <a:cubicBezTo>
                      <a:pt x="71166" y="148208"/>
                      <a:pt x="60992" y="148208"/>
                      <a:pt x="50952" y="149373"/>
                    </a:cubicBezTo>
                    <a:moveTo>
                      <a:pt x="66062" y="681"/>
                    </a:moveTo>
                    <a:cubicBezTo>
                      <a:pt x="34556" y="681"/>
                      <a:pt x="896" y="27705"/>
                      <a:pt x="896" y="103555"/>
                    </a:cubicBezTo>
                    <a:cubicBezTo>
                      <a:pt x="896" y="132666"/>
                      <a:pt x="7076" y="160245"/>
                      <a:pt x="18758" y="183343"/>
                    </a:cubicBezTo>
                    <a:lnTo>
                      <a:pt x="26623" y="198874"/>
                    </a:lnTo>
                    <a:lnTo>
                      <a:pt x="43442" y="194359"/>
                    </a:lnTo>
                    <a:cubicBezTo>
                      <a:pt x="58219" y="190387"/>
                      <a:pt x="73928" y="190387"/>
                      <a:pt x="88694" y="194359"/>
                    </a:cubicBezTo>
                    <a:lnTo>
                      <a:pt x="105535" y="198874"/>
                    </a:lnTo>
                    <a:lnTo>
                      <a:pt x="113400" y="183343"/>
                    </a:lnTo>
                    <a:cubicBezTo>
                      <a:pt x="125082" y="160245"/>
                      <a:pt x="131239" y="132666"/>
                      <a:pt x="131239" y="103555"/>
                    </a:cubicBezTo>
                    <a:cubicBezTo>
                      <a:pt x="131239" y="8102"/>
                      <a:pt x="81350" y="681"/>
                      <a:pt x="66062" y="68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906B55F6-9429-06BF-99C2-AFE75AE73630}"/>
                  </a:ext>
                </a:extLst>
              </p:cNvPr>
              <p:cNvSpPr/>
              <p:nvPr/>
            </p:nvSpPr>
            <p:spPr>
              <a:xfrm flipV="1">
                <a:off x="2301635" y="1514083"/>
                <a:ext cx="316404" cy="208085"/>
              </a:xfrm>
              <a:custGeom>
                <a:avLst/>
                <a:gdLst>
                  <a:gd name="connsiteX0" fmla="*/ 50405 w 198193"/>
                  <a:gd name="connsiteY0" fmla="*/ 50698 h 130343"/>
                  <a:gd name="connsiteX1" fmla="*/ 96223 w 198193"/>
                  <a:gd name="connsiteY1" fmla="*/ 43531 h 130343"/>
                  <a:gd name="connsiteX2" fmla="*/ 156230 w 198193"/>
                  <a:gd name="connsiteY2" fmla="*/ 65819 h 130343"/>
                  <a:gd name="connsiteX3" fmla="*/ 96223 w 198193"/>
                  <a:gd name="connsiteY3" fmla="*/ 88118 h 130343"/>
                  <a:gd name="connsiteX4" fmla="*/ 50405 w 198193"/>
                  <a:gd name="connsiteY4" fmla="*/ 80962 h 130343"/>
                  <a:gd name="connsiteX5" fmla="*/ 51292 w 198193"/>
                  <a:gd name="connsiteY5" fmla="*/ 65819 h 130343"/>
                  <a:gd name="connsiteX6" fmla="*/ 50405 w 198193"/>
                  <a:gd name="connsiteY6" fmla="*/ 50698 h 130343"/>
                  <a:gd name="connsiteX7" fmla="*/ 96223 w 198193"/>
                  <a:gd name="connsiteY7" fmla="*/ 653 h 130343"/>
                  <a:gd name="connsiteX8" fmla="*/ 16446 w 198193"/>
                  <a:gd name="connsiteY8" fmla="*/ 18503 h 130343"/>
                  <a:gd name="connsiteX9" fmla="*/ 915 w 198193"/>
                  <a:gd name="connsiteY9" fmla="*/ 26369 h 130343"/>
                  <a:gd name="connsiteX10" fmla="*/ 5419 w 198193"/>
                  <a:gd name="connsiteY10" fmla="*/ 43176 h 130343"/>
                  <a:gd name="connsiteX11" fmla="*/ 8403 w 198193"/>
                  <a:gd name="connsiteY11" fmla="*/ 65819 h 130343"/>
                  <a:gd name="connsiteX12" fmla="*/ 5419 w 198193"/>
                  <a:gd name="connsiteY12" fmla="*/ 88473 h 130343"/>
                  <a:gd name="connsiteX13" fmla="*/ 915 w 198193"/>
                  <a:gd name="connsiteY13" fmla="*/ 105303 h 130343"/>
                  <a:gd name="connsiteX14" fmla="*/ 16457 w 198193"/>
                  <a:gd name="connsiteY14" fmla="*/ 113157 h 130343"/>
                  <a:gd name="connsiteX15" fmla="*/ 96223 w 198193"/>
                  <a:gd name="connsiteY15" fmla="*/ 130996 h 130343"/>
                  <a:gd name="connsiteX16" fmla="*/ 199109 w 198193"/>
                  <a:gd name="connsiteY16" fmla="*/ 65819 h 130343"/>
                  <a:gd name="connsiteX17" fmla="*/ 96223 w 198193"/>
                  <a:gd name="connsiteY17" fmla="*/ 653 h 13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193" h="130343">
                    <a:moveTo>
                      <a:pt x="50405" y="50698"/>
                    </a:moveTo>
                    <a:cubicBezTo>
                      <a:pt x="64306" y="46039"/>
                      <a:pt x="80092" y="43531"/>
                      <a:pt x="96223" y="43531"/>
                    </a:cubicBezTo>
                    <a:cubicBezTo>
                      <a:pt x="137448" y="43531"/>
                      <a:pt x="156230" y="55091"/>
                      <a:pt x="156230" y="65819"/>
                    </a:cubicBezTo>
                    <a:cubicBezTo>
                      <a:pt x="156230" y="79154"/>
                      <a:pt x="132112" y="88118"/>
                      <a:pt x="96223" y="88118"/>
                    </a:cubicBezTo>
                    <a:cubicBezTo>
                      <a:pt x="80104" y="88118"/>
                      <a:pt x="64317" y="85611"/>
                      <a:pt x="50405" y="80962"/>
                    </a:cubicBezTo>
                    <a:cubicBezTo>
                      <a:pt x="50993" y="75926"/>
                      <a:pt x="51292" y="70878"/>
                      <a:pt x="51292" y="65819"/>
                    </a:cubicBezTo>
                    <a:cubicBezTo>
                      <a:pt x="51292" y="60760"/>
                      <a:pt x="50993" y="55713"/>
                      <a:pt x="50405" y="50698"/>
                    </a:cubicBezTo>
                    <a:moveTo>
                      <a:pt x="96223" y="653"/>
                    </a:moveTo>
                    <a:cubicBezTo>
                      <a:pt x="67101" y="653"/>
                      <a:pt x="39533" y="6833"/>
                      <a:pt x="16446" y="18503"/>
                    </a:cubicBezTo>
                    <a:lnTo>
                      <a:pt x="915" y="26369"/>
                    </a:lnTo>
                    <a:lnTo>
                      <a:pt x="5419" y="43176"/>
                    </a:lnTo>
                    <a:cubicBezTo>
                      <a:pt x="7405" y="50565"/>
                      <a:pt x="8403" y="58187"/>
                      <a:pt x="8403" y="65819"/>
                    </a:cubicBezTo>
                    <a:cubicBezTo>
                      <a:pt x="8403" y="73463"/>
                      <a:pt x="7405" y="81085"/>
                      <a:pt x="5419" y="88473"/>
                    </a:cubicBezTo>
                    <a:lnTo>
                      <a:pt x="915" y="105303"/>
                    </a:lnTo>
                    <a:lnTo>
                      <a:pt x="16457" y="113157"/>
                    </a:lnTo>
                    <a:cubicBezTo>
                      <a:pt x="39544" y="124828"/>
                      <a:pt x="67135" y="130996"/>
                      <a:pt x="96223" y="130996"/>
                    </a:cubicBezTo>
                    <a:cubicBezTo>
                      <a:pt x="191687" y="130996"/>
                      <a:pt x="199109" y="81107"/>
                      <a:pt x="199109" y="65819"/>
                    </a:cubicBezTo>
                    <a:cubicBezTo>
                      <a:pt x="199109" y="34312"/>
                      <a:pt x="172073" y="653"/>
                      <a:pt x="96223" y="65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34954FAA-975C-93F2-4EF8-080FF1139589}"/>
                  </a:ext>
                </a:extLst>
              </p:cNvPr>
              <p:cNvSpPr/>
              <p:nvPr/>
            </p:nvSpPr>
            <p:spPr>
              <a:xfrm flipV="1">
                <a:off x="1731072" y="1514081"/>
                <a:ext cx="316369" cy="208085"/>
              </a:xfrm>
              <a:custGeom>
                <a:avLst/>
                <a:gdLst>
                  <a:gd name="connsiteX0" fmla="*/ 103740 w 198171"/>
                  <a:gd name="connsiteY0" fmla="*/ 88121 h 130343"/>
                  <a:gd name="connsiteX1" fmla="*/ 43744 w 198171"/>
                  <a:gd name="connsiteY1" fmla="*/ 65823 h 130343"/>
                  <a:gd name="connsiteX2" fmla="*/ 103740 w 198171"/>
                  <a:gd name="connsiteY2" fmla="*/ 43535 h 130343"/>
                  <a:gd name="connsiteX3" fmla="*/ 149558 w 198171"/>
                  <a:gd name="connsiteY3" fmla="*/ 50702 h 130343"/>
                  <a:gd name="connsiteX4" fmla="*/ 148682 w 198171"/>
                  <a:gd name="connsiteY4" fmla="*/ 65823 h 130343"/>
                  <a:gd name="connsiteX5" fmla="*/ 149558 w 198171"/>
                  <a:gd name="connsiteY5" fmla="*/ 80955 h 130343"/>
                  <a:gd name="connsiteX6" fmla="*/ 103740 w 198171"/>
                  <a:gd name="connsiteY6" fmla="*/ 88121 h 130343"/>
                  <a:gd name="connsiteX7" fmla="*/ 103740 w 198171"/>
                  <a:gd name="connsiteY7" fmla="*/ 657 h 130343"/>
                  <a:gd name="connsiteX8" fmla="*/ 877 w 198171"/>
                  <a:gd name="connsiteY8" fmla="*/ 65823 h 130343"/>
                  <a:gd name="connsiteX9" fmla="*/ 103740 w 198171"/>
                  <a:gd name="connsiteY9" fmla="*/ 131000 h 130343"/>
                  <a:gd name="connsiteX10" fmla="*/ 183506 w 198171"/>
                  <a:gd name="connsiteY10" fmla="*/ 113161 h 130343"/>
                  <a:gd name="connsiteX11" fmla="*/ 199048 w 198171"/>
                  <a:gd name="connsiteY11" fmla="*/ 105306 h 130343"/>
                  <a:gd name="connsiteX12" fmla="*/ 194555 w 198171"/>
                  <a:gd name="connsiteY12" fmla="*/ 88476 h 130343"/>
                  <a:gd name="connsiteX13" fmla="*/ 191560 w 198171"/>
                  <a:gd name="connsiteY13" fmla="*/ 65823 h 130343"/>
                  <a:gd name="connsiteX14" fmla="*/ 194555 w 198171"/>
                  <a:gd name="connsiteY14" fmla="*/ 43180 h 130343"/>
                  <a:gd name="connsiteX15" fmla="*/ 199048 w 198171"/>
                  <a:gd name="connsiteY15" fmla="*/ 26384 h 130343"/>
                  <a:gd name="connsiteX16" fmla="*/ 183517 w 198171"/>
                  <a:gd name="connsiteY16" fmla="*/ 18518 h 130343"/>
                  <a:gd name="connsiteX17" fmla="*/ 103740 w 198171"/>
                  <a:gd name="connsiteY17" fmla="*/ 657 h 13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171" h="130343">
                    <a:moveTo>
                      <a:pt x="103740" y="88121"/>
                    </a:moveTo>
                    <a:cubicBezTo>
                      <a:pt x="62515" y="88121"/>
                      <a:pt x="43744" y="76562"/>
                      <a:pt x="43744" y="65823"/>
                    </a:cubicBezTo>
                    <a:cubicBezTo>
                      <a:pt x="43744" y="52499"/>
                      <a:pt x="67862" y="43535"/>
                      <a:pt x="103740" y="43535"/>
                    </a:cubicBezTo>
                    <a:cubicBezTo>
                      <a:pt x="119871" y="43535"/>
                      <a:pt x="135657" y="46042"/>
                      <a:pt x="149558" y="50702"/>
                    </a:cubicBezTo>
                    <a:cubicBezTo>
                      <a:pt x="148981" y="55716"/>
                      <a:pt x="148682" y="60764"/>
                      <a:pt x="148682" y="65823"/>
                    </a:cubicBezTo>
                    <a:cubicBezTo>
                      <a:pt x="148682" y="70881"/>
                      <a:pt x="148981" y="75929"/>
                      <a:pt x="149558" y="80955"/>
                    </a:cubicBezTo>
                    <a:cubicBezTo>
                      <a:pt x="135646" y="85614"/>
                      <a:pt x="119859" y="88121"/>
                      <a:pt x="103740" y="88121"/>
                    </a:cubicBezTo>
                    <a:moveTo>
                      <a:pt x="103740" y="657"/>
                    </a:moveTo>
                    <a:cubicBezTo>
                      <a:pt x="8287" y="657"/>
                      <a:pt x="877" y="50535"/>
                      <a:pt x="877" y="65823"/>
                    </a:cubicBezTo>
                    <a:cubicBezTo>
                      <a:pt x="877" y="97329"/>
                      <a:pt x="27890" y="131000"/>
                      <a:pt x="103740" y="131000"/>
                    </a:cubicBezTo>
                    <a:cubicBezTo>
                      <a:pt x="132839" y="131000"/>
                      <a:pt x="160419" y="124843"/>
                      <a:pt x="183506" y="113161"/>
                    </a:cubicBezTo>
                    <a:lnTo>
                      <a:pt x="199048" y="105306"/>
                    </a:lnTo>
                    <a:lnTo>
                      <a:pt x="194555" y="88476"/>
                    </a:lnTo>
                    <a:cubicBezTo>
                      <a:pt x="192558" y="81088"/>
                      <a:pt x="191560" y="73466"/>
                      <a:pt x="191560" y="65823"/>
                    </a:cubicBezTo>
                    <a:cubicBezTo>
                      <a:pt x="191560" y="58190"/>
                      <a:pt x="192558" y="50568"/>
                      <a:pt x="194555" y="43180"/>
                    </a:cubicBezTo>
                    <a:lnTo>
                      <a:pt x="199048" y="26384"/>
                    </a:lnTo>
                    <a:lnTo>
                      <a:pt x="183517" y="18518"/>
                    </a:lnTo>
                    <a:cubicBezTo>
                      <a:pt x="160441" y="6836"/>
                      <a:pt x="132862" y="657"/>
                      <a:pt x="103740" y="657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06313582-F6BF-BF24-4AC6-7942DD28B7E8}"/>
                  </a:ext>
                </a:extLst>
              </p:cNvPr>
              <p:cNvSpPr/>
              <p:nvPr/>
            </p:nvSpPr>
            <p:spPr>
              <a:xfrm flipV="1">
                <a:off x="2219880" y="1278899"/>
                <a:ext cx="293403" cy="293899"/>
              </a:xfrm>
              <a:custGeom>
                <a:avLst/>
                <a:gdLst>
                  <a:gd name="connsiteX0" fmla="*/ 53095 w 183785"/>
                  <a:gd name="connsiteY0" fmla="*/ 74203 h 184096"/>
                  <a:gd name="connsiteX1" fmla="*/ 74473 w 183785"/>
                  <a:gd name="connsiteY1" fmla="*/ 52836 h 184096"/>
                  <a:gd name="connsiteX2" fmla="*/ 111970 w 183785"/>
                  <a:gd name="connsiteY2" fmla="*/ 80171 h 184096"/>
                  <a:gd name="connsiteX3" fmla="*/ 138629 w 183785"/>
                  <a:gd name="connsiteY3" fmla="*/ 138370 h 184096"/>
                  <a:gd name="connsiteX4" fmla="*/ 80430 w 183785"/>
                  <a:gd name="connsiteY4" fmla="*/ 111711 h 184096"/>
                  <a:gd name="connsiteX5" fmla="*/ 53095 w 183785"/>
                  <a:gd name="connsiteY5" fmla="*/ 74203 h 184096"/>
                  <a:gd name="connsiteX6" fmla="*/ 56689 w 183785"/>
                  <a:gd name="connsiteY6" fmla="*/ 638 h 184096"/>
                  <a:gd name="connsiteX7" fmla="*/ 47991 w 183785"/>
                  <a:gd name="connsiteY7" fmla="*/ 15726 h 184096"/>
                  <a:gd name="connsiteX8" fmla="*/ 15963 w 183785"/>
                  <a:gd name="connsiteY8" fmla="*/ 47710 h 184096"/>
                  <a:gd name="connsiteX9" fmla="*/ 909 w 183785"/>
                  <a:gd name="connsiteY9" fmla="*/ 56408 h 184096"/>
                  <a:gd name="connsiteX10" fmla="*/ 6323 w 183785"/>
                  <a:gd name="connsiteY10" fmla="*/ 72960 h 184096"/>
                  <a:gd name="connsiteX11" fmla="*/ 50110 w 183785"/>
                  <a:gd name="connsiteY11" fmla="*/ 142020 h 184096"/>
                  <a:gd name="connsiteX12" fmla="*/ 168938 w 183785"/>
                  <a:gd name="connsiteY12" fmla="*/ 168690 h 184096"/>
                  <a:gd name="connsiteX13" fmla="*/ 142290 w 183785"/>
                  <a:gd name="connsiteY13" fmla="*/ 49862 h 184096"/>
                  <a:gd name="connsiteX14" fmla="*/ 73219 w 183785"/>
                  <a:gd name="connsiteY14" fmla="*/ 6063 h 18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3785" h="184096">
                    <a:moveTo>
                      <a:pt x="53095" y="74203"/>
                    </a:moveTo>
                    <a:cubicBezTo>
                      <a:pt x="61016" y="67934"/>
                      <a:pt x="68182" y="60757"/>
                      <a:pt x="74473" y="52836"/>
                    </a:cubicBezTo>
                    <a:cubicBezTo>
                      <a:pt x="87608" y="59370"/>
                      <a:pt x="100544" y="68767"/>
                      <a:pt x="111970" y="80171"/>
                    </a:cubicBezTo>
                    <a:cubicBezTo>
                      <a:pt x="141125" y="109326"/>
                      <a:pt x="146229" y="130782"/>
                      <a:pt x="138629" y="138370"/>
                    </a:cubicBezTo>
                    <a:cubicBezTo>
                      <a:pt x="129199" y="147767"/>
                      <a:pt x="105813" y="137072"/>
                      <a:pt x="80430" y="111711"/>
                    </a:cubicBezTo>
                    <a:cubicBezTo>
                      <a:pt x="69026" y="100307"/>
                      <a:pt x="59629" y="87371"/>
                      <a:pt x="53095" y="74203"/>
                    </a:cubicBezTo>
                    <a:moveTo>
                      <a:pt x="56689" y="638"/>
                    </a:moveTo>
                    <a:lnTo>
                      <a:pt x="47991" y="15726"/>
                    </a:lnTo>
                    <a:cubicBezTo>
                      <a:pt x="40326" y="28984"/>
                      <a:pt x="29254" y="40055"/>
                      <a:pt x="15963" y="47710"/>
                    </a:cubicBezTo>
                    <a:lnTo>
                      <a:pt x="909" y="56408"/>
                    </a:lnTo>
                    <a:lnTo>
                      <a:pt x="6323" y="72960"/>
                    </a:lnTo>
                    <a:cubicBezTo>
                      <a:pt x="14388" y="97544"/>
                      <a:pt x="29520" y="121441"/>
                      <a:pt x="50110" y="142020"/>
                    </a:cubicBezTo>
                    <a:cubicBezTo>
                      <a:pt x="117595" y="209505"/>
                      <a:pt x="158143" y="179518"/>
                      <a:pt x="168938" y="168690"/>
                    </a:cubicBezTo>
                    <a:cubicBezTo>
                      <a:pt x="191226" y="146402"/>
                      <a:pt x="195918" y="103491"/>
                      <a:pt x="142290" y="49862"/>
                    </a:cubicBezTo>
                    <a:cubicBezTo>
                      <a:pt x="121700" y="29261"/>
                      <a:pt x="97803" y="14118"/>
                      <a:pt x="73219" y="6063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C191DF9-7575-5F9E-D855-B1066863BC1F}"/>
                  </a:ext>
                </a:extLst>
              </p:cNvPr>
              <p:cNvSpPr/>
              <p:nvPr/>
            </p:nvSpPr>
            <p:spPr>
              <a:xfrm flipV="1">
                <a:off x="1835823" y="1663446"/>
                <a:ext cx="293392" cy="294000"/>
              </a:xfrm>
              <a:custGeom>
                <a:avLst/>
                <a:gdLst>
                  <a:gd name="connsiteX0" fmla="*/ 111100 w 183778"/>
                  <a:gd name="connsiteY0" fmla="*/ 132635 h 184159"/>
                  <a:gd name="connsiteX1" fmla="*/ 73602 w 183778"/>
                  <a:gd name="connsiteY1" fmla="*/ 105300 h 184159"/>
                  <a:gd name="connsiteX2" fmla="*/ 46943 w 183778"/>
                  <a:gd name="connsiteY2" fmla="*/ 47101 h 184159"/>
                  <a:gd name="connsiteX3" fmla="*/ 62452 w 183778"/>
                  <a:gd name="connsiteY3" fmla="*/ 44527 h 184159"/>
                  <a:gd name="connsiteX4" fmla="*/ 105120 w 183778"/>
                  <a:gd name="connsiteY4" fmla="*/ 73760 h 184159"/>
                  <a:gd name="connsiteX5" fmla="*/ 132467 w 183778"/>
                  <a:gd name="connsiteY5" fmla="*/ 111268 h 184159"/>
                  <a:gd name="connsiteX6" fmla="*/ 111100 w 183778"/>
                  <a:gd name="connsiteY6" fmla="*/ 132635 h 184159"/>
                  <a:gd name="connsiteX7" fmla="*/ 55774 w 183778"/>
                  <a:gd name="connsiteY7" fmla="*/ 673 h 184159"/>
                  <a:gd name="connsiteX8" fmla="*/ 16623 w 183778"/>
                  <a:gd name="connsiteY8" fmla="*/ 16792 h 184159"/>
                  <a:gd name="connsiteX9" fmla="*/ 43293 w 183778"/>
                  <a:gd name="connsiteY9" fmla="*/ 135631 h 184159"/>
                  <a:gd name="connsiteX10" fmla="*/ 112331 w 183778"/>
                  <a:gd name="connsiteY10" fmla="*/ 179408 h 184159"/>
                  <a:gd name="connsiteX11" fmla="*/ 128883 w 183778"/>
                  <a:gd name="connsiteY11" fmla="*/ 184833 h 184159"/>
                  <a:gd name="connsiteX12" fmla="*/ 137592 w 183778"/>
                  <a:gd name="connsiteY12" fmla="*/ 169767 h 184159"/>
                  <a:gd name="connsiteX13" fmla="*/ 169598 w 183778"/>
                  <a:gd name="connsiteY13" fmla="*/ 137739 h 184159"/>
                  <a:gd name="connsiteX14" fmla="*/ 184664 w 183778"/>
                  <a:gd name="connsiteY14" fmla="*/ 129030 h 184159"/>
                  <a:gd name="connsiteX15" fmla="*/ 179250 w 183778"/>
                  <a:gd name="connsiteY15" fmla="*/ 112511 h 184159"/>
                  <a:gd name="connsiteX16" fmla="*/ 135440 w 183778"/>
                  <a:gd name="connsiteY16" fmla="*/ 43451 h 184159"/>
                  <a:gd name="connsiteX17" fmla="*/ 73435 w 183778"/>
                  <a:gd name="connsiteY17" fmla="*/ 3080 h 184159"/>
                  <a:gd name="connsiteX18" fmla="*/ 55774 w 183778"/>
                  <a:gd name="connsiteY18" fmla="*/ 673 h 18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3778" h="184159">
                    <a:moveTo>
                      <a:pt x="111100" y="132635"/>
                    </a:moveTo>
                    <a:cubicBezTo>
                      <a:pt x="97953" y="126112"/>
                      <a:pt x="85007" y="116705"/>
                      <a:pt x="73602" y="105300"/>
                    </a:cubicBezTo>
                    <a:cubicBezTo>
                      <a:pt x="44447" y="76145"/>
                      <a:pt x="39344" y="54700"/>
                      <a:pt x="46943" y="47101"/>
                    </a:cubicBezTo>
                    <a:cubicBezTo>
                      <a:pt x="48518" y="45503"/>
                      <a:pt x="52235" y="41798"/>
                      <a:pt x="62452" y="44527"/>
                    </a:cubicBezTo>
                    <a:cubicBezTo>
                      <a:pt x="70795" y="46735"/>
                      <a:pt x="84984" y="53602"/>
                      <a:pt x="105120" y="73760"/>
                    </a:cubicBezTo>
                    <a:cubicBezTo>
                      <a:pt x="116536" y="85175"/>
                      <a:pt x="125932" y="98122"/>
                      <a:pt x="132467" y="111268"/>
                    </a:cubicBezTo>
                    <a:cubicBezTo>
                      <a:pt x="124545" y="117548"/>
                      <a:pt x="117368" y="124714"/>
                      <a:pt x="111100" y="132635"/>
                    </a:cubicBezTo>
                    <a:moveTo>
                      <a:pt x="55774" y="673"/>
                    </a:moveTo>
                    <a:cubicBezTo>
                      <a:pt x="40764" y="673"/>
                      <a:pt x="27240" y="6164"/>
                      <a:pt x="16623" y="16792"/>
                    </a:cubicBezTo>
                    <a:cubicBezTo>
                      <a:pt x="-5642" y="39069"/>
                      <a:pt x="-10335" y="82003"/>
                      <a:pt x="43293" y="135631"/>
                    </a:cubicBezTo>
                    <a:cubicBezTo>
                      <a:pt x="63872" y="156210"/>
                      <a:pt x="87758" y="171353"/>
                      <a:pt x="112331" y="179408"/>
                    </a:cubicBezTo>
                    <a:lnTo>
                      <a:pt x="128883" y="184833"/>
                    </a:lnTo>
                    <a:lnTo>
                      <a:pt x="137592" y="169767"/>
                    </a:lnTo>
                    <a:cubicBezTo>
                      <a:pt x="145247" y="156487"/>
                      <a:pt x="156319" y="145416"/>
                      <a:pt x="169598" y="137739"/>
                    </a:cubicBezTo>
                    <a:lnTo>
                      <a:pt x="184664" y="129030"/>
                    </a:lnTo>
                    <a:lnTo>
                      <a:pt x="179250" y="112511"/>
                    </a:lnTo>
                    <a:cubicBezTo>
                      <a:pt x="171173" y="87916"/>
                      <a:pt x="156030" y="64030"/>
                      <a:pt x="135440" y="43451"/>
                    </a:cubicBezTo>
                    <a:cubicBezTo>
                      <a:pt x="113840" y="21840"/>
                      <a:pt x="92983" y="8261"/>
                      <a:pt x="73435" y="3080"/>
                    </a:cubicBezTo>
                    <a:cubicBezTo>
                      <a:pt x="67389" y="1471"/>
                      <a:pt x="61465" y="673"/>
                      <a:pt x="55774" y="67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E4BA0886-DEF8-1034-10B7-9F3786BC08B9}"/>
                  </a:ext>
                </a:extLst>
              </p:cNvPr>
              <p:cNvSpPr/>
              <p:nvPr/>
            </p:nvSpPr>
            <p:spPr>
              <a:xfrm flipV="1">
                <a:off x="2219880" y="1663440"/>
                <a:ext cx="293883" cy="293416"/>
              </a:xfrm>
              <a:custGeom>
                <a:avLst/>
                <a:gdLst>
                  <a:gd name="connsiteX0" fmla="*/ 53095 w 184086"/>
                  <a:gd name="connsiteY0" fmla="*/ 110900 h 183793"/>
                  <a:gd name="connsiteX1" fmla="*/ 80430 w 184086"/>
                  <a:gd name="connsiteY1" fmla="*/ 73392 h 183793"/>
                  <a:gd name="connsiteX2" fmla="*/ 138629 w 184086"/>
                  <a:gd name="connsiteY2" fmla="*/ 46733 h 183793"/>
                  <a:gd name="connsiteX3" fmla="*/ 111970 w 184086"/>
                  <a:gd name="connsiteY3" fmla="*/ 104932 h 183793"/>
                  <a:gd name="connsiteX4" fmla="*/ 74473 w 184086"/>
                  <a:gd name="connsiteY4" fmla="*/ 132267 h 183793"/>
                  <a:gd name="connsiteX5" fmla="*/ 53095 w 184086"/>
                  <a:gd name="connsiteY5" fmla="*/ 110900 h 183793"/>
                  <a:gd name="connsiteX6" fmla="*/ 130153 w 184086"/>
                  <a:gd name="connsiteY6" fmla="*/ 671 h 183793"/>
                  <a:gd name="connsiteX7" fmla="*/ 50110 w 184086"/>
                  <a:gd name="connsiteY7" fmla="*/ 43083 h 183793"/>
                  <a:gd name="connsiteX8" fmla="*/ 6323 w 184086"/>
                  <a:gd name="connsiteY8" fmla="*/ 112132 h 183793"/>
                  <a:gd name="connsiteX9" fmla="*/ 909 w 184086"/>
                  <a:gd name="connsiteY9" fmla="*/ 128673 h 183793"/>
                  <a:gd name="connsiteX10" fmla="*/ 15963 w 184086"/>
                  <a:gd name="connsiteY10" fmla="*/ 137371 h 183793"/>
                  <a:gd name="connsiteX11" fmla="*/ 47991 w 184086"/>
                  <a:gd name="connsiteY11" fmla="*/ 169388 h 183793"/>
                  <a:gd name="connsiteX12" fmla="*/ 56689 w 184086"/>
                  <a:gd name="connsiteY12" fmla="*/ 184465 h 183793"/>
                  <a:gd name="connsiteX13" fmla="*/ 73219 w 184086"/>
                  <a:gd name="connsiteY13" fmla="*/ 179040 h 183793"/>
                  <a:gd name="connsiteX14" fmla="*/ 142290 w 184086"/>
                  <a:gd name="connsiteY14" fmla="*/ 135241 h 183793"/>
                  <a:gd name="connsiteX15" fmla="*/ 168938 w 184086"/>
                  <a:gd name="connsiteY15" fmla="*/ 16413 h 183793"/>
                  <a:gd name="connsiteX16" fmla="*/ 130153 w 184086"/>
                  <a:gd name="connsiteY16" fmla="*/ 671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4086" h="183793">
                    <a:moveTo>
                      <a:pt x="53095" y="110900"/>
                    </a:moveTo>
                    <a:cubicBezTo>
                      <a:pt x="59629" y="97743"/>
                      <a:pt x="69026" y="84807"/>
                      <a:pt x="80430" y="73392"/>
                    </a:cubicBezTo>
                    <a:cubicBezTo>
                      <a:pt x="109585" y="44248"/>
                      <a:pt x="131019" y="39145"/>
                      <a:pt x="138629" y="46733"/>
                    </a:cubicBezTo>
                    <a:cubicBezTo>
                      <a:pt x="148059" y="56163"/>
                      <a:pt x="137342" y="79549"/>
                      <a:pt x="111970" y="104932"/>
                    </a:cubicBezTo>
                    <a:cubicBezTo>
                      <a:pt x="100544" y="116336"/>
                      <a:pt x="87608" y="125744"/>
                      <a:pt x="74473" y="132267"/>
                    </a:cubicBezTo>
                    <a:cubicBezTo>
                      <a:pt x="68182" y="124346"/>
                      <a:pt x="61016" y="117168"/>
                      <a:pt x="53095" y="110900"/>
                    </a:cubicBezTo>
                    <a:moveTo>
                      <a:pt x="130153" y="671"/>
                    </a:moveTo>
                    <a:cubicBezTo>
                      <a:pt x="108298" y="671"/>
                      <a:pt x="80985" y="12208"/>
                      <a:pt x="50110" y="43083"/>
                    </a:cubicBezTo>
                    <a:cubicBezTo>
                      <a:pt x="29531" y="63662"/>
                      <a:pt x="14388" y="87559"/>
                      <a:pt x="6323" y="112132"/>
                    </a:cubicBezTo>
                    <a:lnTo>
                      <a:pt x="909" y="128673"/>
                    </a:lnTo>
                    <a:lnTo>
                      <a:pt x="15963" y="137371"/>
                    </a:lnTo>
                    <a:cubicBezTo>
                      <a:pt x="29254" y="145048"/>
                      <a:pt x="40326" y="156119"/>
                      <a:pt x="47991" y="169388"/>
                    </a:cubicBezTo>
                    <a:lnTo>
                      <a:pt x="56689" y="184465"/>
                    </a:lnTo>
                    <a:lnTo>
                      <a:pt x="73219" y="179040"/>
                    </a:lnTo>
                    <a:cubicBezTo>
                      <a:pt x="97803" y="170985"/>
                      <a:pt x="121700" y="155842"/>
                      <a:pt x="142290" y="135241"/>
                    </a:cubicBezTo>
                    <a:cubicBezTo>
                      <a:pt x="209786" y="67734"/>
                      <a:pt x="179755" y="27230"/>
                      <a:pt x="168938" y="16413"/>
                    </a:cubicBezTo>
                    <a:cubicBezTo>
                      <a:pt x="159486" y="6961"/>
                      <a:pt x="146295" y="671"/>
                      <a:pt x="130153" y="67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34EC0DB8-E878-28B8-E793-546A287BA9AD}"/>
                  </a:ext>
                </a:extLst>
              </p:cNvPr>
              <p:cNvSpPr/>
              <p:nvPr/>
            </p:nvSpPr>
            <p:spPr>
              <a:xfrm flipV="1">
                <a:off x="1835323" y="1279380"/>
                <a:ext cx="293899" cy="293412"/>
              </a:xfrm>
              <a:custGeom>
                <a:avLst/>
                <a:gdLst>
                  <a:gd name="connsiteX0" fmla="*/ 56176 w 184096"/>
                  <a:gd name="connsiteY0" fmla="*/ 141516 h 183791"/>
                  <a:gd name="connsiteX1" fmla="*/ 47245 w 184096"/>
                  <a:gd name="connsiteY1" fmla="*/ 138376 h 183791"/>
                  <a:gd name="connsiteX2" fmla="*/ 44660 w 184096"/>
                  <a:gd name="connsiteY2" fmla="*/ 122856 h 183791"/>
                  <a:gd name="connsiteX3" fmla="*/ 73915 w 184096"/>
                  <a:gd name="connsiteY3" fmla="*/ 80177 h 183791"/>
                  <a:gd name="connsiteX4" fmla="*/ 111413 w 184096"/>
                  <a:gd name="connsiteY4" fmla="*/ 52842 h 183791"/>
                  <a:gd name="connsiteX5" fmla="*/ 132780 w 184096"/>
                  <a:gd name="connsiteY5" fmla="*/ 74209 h 183791"/>
                  <a:gd name="connsiteX6" fmla="*/ 105433 w 184096"/>
                  <a:gd name="connsiteY6" fmla="*/ 111706 h 183791"/>
                  <a:gd name="connsiteX7" fmla="*/ 56176 w 184096"/>
                  <a:gd name="connsiteY7" fmla="*/ 141516 h 183791"/>
                  <a:gd name="connsiteX8" fmla="*/ 129185 w 184096"/>
                  <a:gd name="connsiteY8" fmla="*/ 645 h 183791"/>
                  <a:gd name="connsiteX9" fmla="*/ 112644 w 184096"/>
                  <a:gd name="connsiteY9" fmla="*/ 6070 h 183791"/>
                  <a:gd name="connsiteX10" fmla="*/ 43595 w 184096"/>
                  <a:gd name="connsiteY10" fmla="*/ 49857 h 183791"/>
                  <a:gd name="connsiteX11" fmla="*/ 16926 w 184096"/>
                  <a:gd name="connsiteY11" fmla="*/ 168685 h 183791"/>
                  <a:gd name="connsiteX12" fmla="*/ 135753 w 184096"/>
                  <a:gd name="connsiteY12" fmla="*/ 142026 h 183791"/>
                  <a:gd name="connsiteX13" fmla="*/ 179552 w 184096"/>
                  <a:gd name="connsiteY13" fmla="*/ 72966 h 183791"/>
                  <a:gd name="connsiteX14" fmla="*/ 184977 w 184096"/>
                  <a:gd name="connsiteY14" fmla="*/ 56425 h 183791"/>
                  <a:gd name="connsiteX15" fmla="*/ 169900 w 184096"/>
                  <a:gd name="connsiteY15" fmla="*/ 47716 h 183791"/>
                  <a:gd name="connsiteX16" fmla="*/ 137883 w 184096"/>
                  <a:gd name="connsiteY16" fmla="*/ 15710 h 183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4096" h="183791">
                    <a:moveTo>
                      <a:pt x="56176" y="141516"/>
                    </a:moveTo>
                    <a:cubicBezTo>
                      <a:pt x="52282" y="141516"/>
                      <a:pt x="49276" y="140395"/>
                      <a:pt x="47245" y="138376"/>
                    </a:cubicBezTo>
                    <a:cubicBezTo>
                      <a:pt x="45659" y="136790"/>
                      <a:pt x="41954" y="133073"/>
                      <a:pt x="44660" y="122856"/>
                    </a:cubicBezTo>
                    <a:cubicBezTo>
                      <a:pt x="46879" y="114513"/>
                      <a:pt x="53746" y="100335"/>
                      <a:pt x="73915" y="80177"/>
                    </a:cubicBezTo>
                    <a:cubicBezTo>
                      <a:pt x="85320" y="68762"/>
                      <a:pt x="98255" y="59365"/>
                      <a:pt x="111413" y="52842"/>
                    </a:cubicBezTo>
                    <a:cubicBezTo>
                      <a:pt x="117681" y="60763"/>
                      <a:pt x="124859" y="67929"/>
                      <a:pt x="132780" y="74209"/>
                    </a:cubicBezTo>
                    <a:cubicBezTo>
                      <a:pt x="126246" y="87355"/>
                      <a:pt x="116860" y="100302"/>
                      <a:pt x="105433" y="111706"/>
                    </a:cubicBezTo>
                    <a:cubicBezTo>
                      <a:pt x="84088" y="133062"/>
                      <a:pt x="66848" y="141516"/>
                      <a:pt x="56176" y="141516"/>
                    </a:cubicBezTo>
                    <a:moveTo>
                      <a:pt x="129185" y="645"/>
                    </a:moveTo>
                    <a:lnTo>
                      <a:pt x="112644" y="6070"/>
                    </a:lnTo>
                    <a:cubicBezTo>
                      <a:pt x="88060" y="14135"/>
                      <a:pt x="64197" y="29267"/>
                      <a:pt x="43595" y="49857"/>
                    </a:cubicBezTo>
                    <a:cubicBezTo>
                      <a:pt x="-23911" y="117353"/>
                      <a:pt x="6120" y="157879"/>
                      <a:pt x="16926" y="168685"/>
                    </a:cubicBezTo>
                    <a:cubicBezTo>
                      <a:pt x="39202" y="190962"/>
                      <a:pt x="82125" y="195665"/>
                      <a:pt x="135753" y="142026"/>
                    </a:cubicBezTo>
                    <a:cubicBezTo>
                      <a:pt x="156343" y="121436"/>
                      <a:pt x="171498" y="97561"/>
                      <a:pt x="179552" y="72966"/>
                    </a:cubicBezTo>
                    <a:lnTo>
                      <a:pt x="184977" y="56425"/>
                    </a:lnTo>
                    <a:lnTo>
                      <a:pt x="169900" y="47716"/>
                    </a:lnTo>
                    <a:cubicBezTo>
                      <a:pt x="156621" y="40050"/>
                      <a:pt x="145560" y="28979"/>
                      <a:pt x="137883" y="15710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82E1F049-284A-411D-8CFE-6469A2CEB1D8}"/>
                  </a:ext>
                </a:extLst>
              </p:cNvPr>
              <p:cNvSpPr/>
              <p:nvPr/>
            </p:nvSpPr>
            <p:spPr>
              <a:xfrm flipV="1">
                <a:off x="1649489" y="1093084"/>
                <a:ext cx="1050097" cy="1050080"/>
              </a:xfrm>
              <a:custGeom>
                <a:avLst/>
                <a:gdLst>
                  <a:gd name="connsiteX0" fmla="*/ 329790 w 657772"/>
                  <a:gd name="connsiteY0" fmla="*/ 615564 h 657761"/>
                  <a:gd name="connsiteX1" fmla="*/ 43787 w 657772"/>
                  <a:gd name="connsiteY1" fmla="*/ 329561 h 657761"/>
                  <a:gd name="connsiteX2" fmla="*/ 194410 w 657772"/>
                  <a:gd name="connsiteY2" fmla="*/ 77562 h 657761"/>
                  <a:gd name="connsiteX3" fmla="*/ 329790 w 657772"/>
                  <a:gd name="connsiteY3" fmla="*/ 43559 h 657761"/>
                  <a:gd name="connsiteX4" fmla="*/ 615781 w 657772"/>
                  <a:gd name="connsiteY4" fmla="*/ 329561 h 657761"/>
                  <a:gd name="connsiteX5" fmla="*/ 577562 w 657772"/>
                  <a:gd name="connsiteY5" fmla="*/ 472518 h 657761"/>
                  <a:gd name="connsiteX6" fmla="*/ 329790 w 657772"/>
                  <a:gd name="connsiteY6" fmla="*/ 615564 h 657761"/>
                  <a:gd name="connsiteX7" fmla="*/ 329790 w 657772"/>
                  <a:gd name="connsiteY7" fmla="*/ 680 h 657761"/>
                  <a:gd name="connsiteX8" fmla="*/ 174086 w 657772"/>
                  <a:gd name="connsiteY8" fmla="*/ 39831 h 657761"/>
                  <a:gd name="connsiteX9" fmla="*/ 898 w 657772"/>
                  <a:gd name="connsiteY9" fmla="*/ 329561 h 657761"/>
                  <a:gd name="connsiteX10" fmla="*/ 329790 w 657772"/>
                  <a:gd name="connsiteY10" fmla="*/ 658442 h 657761"/>
                  <a:gd name="connsiteX11" fmla="*/ 614683 w 657772"/>
                  <a:gd name="connsiteY11" fmla="*/ 493985 h 657761"/>
                  <a:gd name="connsiteX12" fmla="*/ 658670 w 657772"/>
                  <a:gd name="connsiteY12" fmla="*/ 329561 h 657761"/>
                  <a:gd name="connsiteX13" fmla="*/ 329790 w 657772"/>
                  <a:gd name="connsiteY13" fmla="*/ 680 h 657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7772" h="657761">
                    <a:moveTo>
                      <a:pt x="329790" y="615564"/>
                    </a:moveTo>
                    <a:cubicBezTo>
                      <a:pt x="172089" y="615564"/>
                      <a:pt x="43787" y="487284"/>
                      <a:pt x="43787" y="329561"/>
                    </a:cubicBezTo>
                    <a:cubicBezTo>
                      <a:pt x="43787" y="224146"/>
                      <a:pt x="101498" y="127584"/>
                      <a:pt x="194410" y="77562"/>
                    </a:cubicBezTo>
                    <a:cubicBezTo>
                      <a:pt x="235724" y="55318"/>
                      <a:pt x="282529" y="43559"/>
                      <a:pt x="329790" y="43559"/>
                    </a:cubicBezTo>
                    <a:cubicBezTo>
                      <a:pt x="487490" y="43559"/>
                      <a:pt x="615781" y="171860"/>
                      <a:pt x="615781" y="329561"/>
                    </a:cubicBezTo>
                    <a:cubicBezTo>
                      <a:pt x="615781" y="379828"/>
                      <a:pt x="602568" y="429263"/>
                      <a:pt x="577562" y="472518"/>
                    </a:cubicBezTo>
                    <a:cubicBezTo>
                      <a:pt x="526530" y="560771"/>
                      <a:pt x="431599" y="615564"/>
                      <a:pt x="329790" y="615564"/>
                    </a:cubicBezTo>
                    <a:moveTo>
                      <a:pt x="329790" y="680"/>
                    </a:moveTo>
                    <a:cubicBezTo>
                      <a:pt x="275474" y="680"/>
                      <a:pt x="221634" y="14215"/>
                      <a:pt x="174086" y="39831"/>
                    </a:cubicBezTo>
                    <a:cubicBezTo>
                      <a:pt x="67262" y="97320"/>
                      <a:pt x="898" y="208348"/>
                      <a:pt x="898" y="329561"/>
                    </a:cubicBezTo>
                    <a:cubicBezTo>
                      <a:pt x="898" y="510903"/>
                      <a:pt x="148436" y="658442"/>
                      <a:pt x="329790" y="658442"/>
                    </a:cubicBezTo>
                    <a:cubicBezTo>
                      <a:pt x="446853" y="658442"/>
                      <a:pt x="556029" y="595439"/>
                      <a:pt x="614683" y="493985"/>
                    </a:cubicBezTo>
                    <a:cubicBezTo>
                      <a:pt x="643449" y="444206"/>
                      <a:pt x="658670" y="387350"/>
                      <a:pt x="658670" y="329561"/>
                    </a:cubicBezTo>
                    <a:cubicBezTo>
                      <a:pt x="658670" y="148219"/>
                      <a:pt x="511132" y="680"/>
                      <a:pt x="329790" y="680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900141EE-3971-C183-F47D-5E106878812F}"/>
                  </a:ext>
                </a:extLst>
              </p:cNvPr>
              <p:cNvSpPr/>
              <p:nvPr/>
            </p:nvSpPr>
            <p:spPr>
              <a:xfrm flipV="1">
                <a:off x="1967028" y="1410617"/>
                <a:ext cx="415037" cy="415001"/>
              </a:xfrm>
              <a:custGeom>
                <a:avLst/>
                <a:gdLst>
                  <a:gd name="connsiteX0" fmla="*/ 130886 w 259976"/>
                  <a:gd name="connsiteY0" fmla="*/ 217738 h 259953"/>
                  <a:gd name="connsiteX1" fmla="*/ 43765 w 259976"/>
                  <a:gd name="connsiteY1" fmla="*/ 130628 h 259953"/>
                  <a:gd name="connsiteX2" fmla="*/ 130886 w 259976"/>
                  <a:gd name="connsiteY2" fmla="*/ 43530 h 259953"/>
                  <a:gd name="connsiteX3" fmla="*/ 217996 w 259976"/>
                  <a:gd name="connsiteY3" fmla="*/ 130628 h 259953"/>
                  <a:gd name="connsiteX4" fmla="*/ 130886 w 259976"/>
                  <a:gd name="connsiteY4" fmla="*/ 217738 h 259953"/>
                  <a:gd name="connsiteX5" fmla="*/ 130886 w 259976"/>
                  <a:gd name="connsiteY5" fmla="*/ 662 h 259953"/>
                  <a:gd name="connsiteX6" fmla="*/ 898 w 259976"/>
                  <a:gd name="connsiteY6" fmla="*/ 130628 h 259953"/>
                  <a:gd name="connsiteX7" fmla="*/ 130886 w 259976"/>
                  <a:gd name="connsiteY7" fmla="*/ 260616 h 259953"/>
                  <a:gd name="connsiteX8" fmla="*/ 260874 w 259976"/>
                  <a:gd name="connsiteY8" fmla="*/ 130628 h 259953"/>
                  <a:gd name="connsiteX9" fmla="*/ 130886 w 259976"/>
                  <a:gd name="connsiteY9" fmla="*/ 662 h 259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9976" h="259953">
                    <a:moveTo>
                      <a:pt x="130886" y="217738"/>
                    </a:moveTo>
                    <a:cubicBezTo>
                      <a:pt x="82849" y="217738"/>
                      <a:pt x="43765" y="178676"/>
                      <a:pt x="43765" y="130628"/>
                    </a:cubicBezTo>
                    <a:cubicBezTo>
                      <a:pt x="43765" y="82603"/>
                      <a:pt x="82849" y="43530"/>
                      <a:pt x="130886" y="43530"/>
                    </a:cubicBezTo>
                    <a:cubicBezTo>
                      <a:pt x="178923" y="43530"/>
                      <a:pt x="217996" y="82603"/>
                      <a:pt x="217996" y="130628"/>
                    </a:cubicBezTo>
                    <a:cubicBezTo>
                      <a:pt x="217996" y="178676"/>
                      <a:pt x="178923" y="217738"/>
                      <a:pt x="130886" y="217738"/>
                    </a:cubicBezTo>
                    <a:moveTo>
                      <a:pt x="130886" y="662"/>
                    </a:moveTo>
                    <a:cubicBezTo>
                      <a:pt x="59219" y="662"/>
                      <a:pt x="898" y="58950"/>
                      <a:pt x="898" y="130628"/>
                    </a:cubicBezTo>
                    <a:cubicBezTo>
                      <a:pt x="898" y="202306"/>
                      <a:pt x="59219" y="260616"/>
                      <a:pt x="130886" y="260616"/>
                    </a:cubicBezTo>
                    <a:cubicBezTo>
                      <a:pt x="202553" y="260616"/>
                      <a:pt x="260874" y="202306"/>
                      <a:pt x="260874" y="130628"/>
                    </a:cubicBezTo>
                    <a:cubicBezTo>
                      <a:pt x="260874" y="58950"/>
                      <a:pt x="202553" y="662"/>
                      <a:pt x="130886" y="66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92" name="자유형: 도형 91">
                <a:extLst>
                  <a:ext uri="{FF2B5EF4-FFF2-40B4-BE49-F238E27FC236}">
                    <a16:creationId xmlns:a16="http://schemas.microsoft.com/office/drawing/2014/main" id="{B4239608-0848-8C14-877D-A938520BE015}"/>
                  </a:ext>
                </a:extLst>
              </p:cNvPr>
              <p:cNvSpPr/>
              <p:nvPr/>
            </p:nvSpPr>
            <p:spPr>
              <a:xfrm flipV="1">
                <a:off x="2148168" y="1502954"/>
                <a:ext cx="56142" cy="56142"/>
              </a:xfrm>
              <a:custGeom>
                <a:avLst/>
                <a:gdLst>
                  <a:gd name="connsiteX0" fmla="*/ 36067 w 35167"/>
                  <a:gd name="connsiteY0" fmla="*/ 18232 h 35167"/>
                  <a:gd name="connsiteX1" fmla="*/ 18483 w 35167"/>
                  <a:gd name="connsiteY1" fmla="*/ 648 h 35167"/>
                  <a:gd name="connsiteX2" fmla="*/ 899 w 35167"/>
                  <a:gd name="connsiteY2" fmla="*/ 18232 h 35167"/>
                  <a:gd name="connsiteX3" fmla="*/ 18483 w 35167"/>
                  <a:gd name="connsiteY3" fmla="*/ 35816 h 35167"/>
                  <a:gd name="connsiteX4" fmla="*/ 36067 w 35167"/>
                  <a:gd name="connsiteY4" fmla="*/ 18232 h 35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67" h="35167">
                    <a:moveTo>
                      <a:pt x="36067" y="18232"/>
                    </a:moveTo>
                    <a:cubicBezTo>
                      <a:pt x="36067" y="8525"/>
                      <a:pt x="28191" y="648"/>
                      <a:pt x="18483" y="648"/>
                    </a:cubicBezTo>
                    <a:cubicBezTo>
                      <a:pt x="8765" y="648"/>
                      <a:pt x="899" y="8525"/>
                      <a:pt x="899" y="18232"/>
                    </a:cubicBezTo>
                    <a:cubicBezTo>
                      <a:pt x="899" y="27950"/>
                      <a:pt x="8765" y="35816"/>
                      <a:pt x="18483" y="35816"/>
                    </a:cubicBezTo>
                    <a:cubicBezTo>
                      <a:pt x="28191" y="35816"/>
                      <a:pt x="36067" y="27950"/>
                      <a:pt x="36067" y="1823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93" name="자유형: 도형 92">
                <a:extLst>
                  <a:ext uri="{FF2B5EF4-FFF2-40B4-BE49-F238E27FC236}">
                    <a16:creationId xmlns:a16="http://schemas.microsoft.com/office/drawing/2014/main" id="{F3A94C38-05D8-AA8F-B74A-6C1F2C63147A}"/>
                  </a:ext>
                </a:extLst>
              </p:cNvPr>
              <p:cNvSpPr/>
              <p:nvPr/>
            </p:nvSpPr>
            <p:spPr>
              <a:xfrm flipV="1">
                <a:off x="2148168" y="1673822"/>
                <a:ext cx="56142" cy="56142"/>
              </a:xfrm>
              <a:custGeom>
                <a:avLst/>
                <a:gdLst>
                  <a:gd name="connsiteX0" fmla="*/ 36067 w 35167"/>
                  <a:gd name="connsiteY0" fmla="*/ 18245 h 35167"/>
                  <a:gd name="connsiteX1" fmla="*/ 18483 w 35167"/>
                  <a:gd name="connsiteY1" fmla="*/ 661 h 35167"/>
                  <a:gd name="connsiteX2" fmla="*/ 899 w 35167"/>
                  <a:gd name="connsiteY2" fmla="*/ 18245 h 35167"/>
                  <a:gd name="connsiteX3" fmla="*/ 18483 w 35167"/>
                  <a:gd name="connsiteY3" fmla="*/ 35829 h 35167"/>
                  <a:gd name="connsiteX4" fmla="*/ 36067 w 35167"/>
                  <a:gd name="connsiteY4" fmla="*/ 18245 h 35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67" h="35167">
                    <a:moveTo>
                      <a:pt x="36067" y="18245"/>
                    </a:moveTo>
                    <a:cubicBezTo>
                      <a:pt x="36067" y="8527"/>
                      <a:pt x="28191" y="661"/>
                      <a:pt x="18483" y="661"/>
                    </a:cubicBezTo>
                    <a:cubicBezTo>
                      <a:pt x="8765" y="661"/>
                      <a:pt x="899" y="8527"/>
                      <a:pt x="899" y="18245"/>
                    </a:cubicBezTo>
                    <a:cubicBezTo>
                      <a:pt x="899" y="27952"/>
                      <a:pt x="8765" y="35829"/>
                      <a:pt x="18483" y="35829"/>
                    </a:cubicBezTo>
                    <a:cubicBezTo>
                      <a:pt x="28191" y="35829"/>
                      <a:pt x="36067" y="27952"/>
                      <a:pt x="36067" y="18245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F51D6A66-0D4F-5BD4-D83E-DACA139C5FF5}"/>
                  </a:ext>
                </a:extLst>
              </p:cNvPr>
              <p:cNvSpPr/>
              <p:nvPr/>
            </p:nvSpPr>
            <p:spPr>
              <a:xfrm flipV="1">
                <a:off x="2074158" y="1631099"/>
                <a:ext cx="56177" cy="56157"/>
              </a:xfrm>
              <a:custGeom>
                <a:avLst/>
                <a:gdLst>
                  <a:gd name="connsiteX0" fmla="*/ 9691 w 35189"/>
                  <a:gd name="connsiteY0" fmla="*/ 33473 h 35176"/>
                  <a:gd name="connsiteX1" fmla="*/ 33721 w 35189"/>
                  <a:gd name="connsiteY1" fmla="*/ 27038 h 35176"/>
                  <a:gd name="connsiteX2" fmla="*/ 27275 w 35189"/>
                  <a:gd name="connsiteY2" fmla="*/ 3020 h 35176"/>
                  <a:gd name="connsiteX3" fmla="*/ 3257 w 35189"/>
                  <a:gd name="connsiteY3" fmla="*/ 9454 h 35176"/>
                  <a:gd name="connsiteX4" fmla="*/ 9691 w 35189"/>
                  <a:gd name="connsiteY4" fmla="*/ 33473 h 35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89" h="35176">
                    <a:moveTo>
                      <a:pt x="9691" y="33473"/>
                    </a:moveTo>
                    <a:cubicBezTo>
                      <a:pt x="18101" y="38332"/>
                      <a:pt x="28862" y="35458"/>
                      <a:pt x="33721" y="27038"/>
                    </a:cubicBezTo>
                    <a:cubicBezTo>
                      <a:pt x="38580" y="18629"/>
                      <a:pt x="35696" y="7868"/>
                      <a:pt x="27275" y="3020"/>
                    </a:cubicBezTo>
                    <a:cubicBezTo>
                      <a:pt x="18866" y="-1840"/>
                      <a:pt x="8094" y="1045"/>
                      <a:pt x="3257" y="9454"/>
                    </a:cubicBezTo>
                    <a:cubicBezTo>
                      <a:pt x="-1613" y="17863"/>
                      <a:pt x="1282" y="28624"/>
                      <a:pt x="9691" y="3347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95" name="자유형: 도형 94">
                <a:extLst>
                  <a:ext uri="{FF2B5EF4-FFF2-40B4-BE49-F238E27FC236}">
                    <a16:creationId xmlns:a16="http://schemas.microsoft.com/office/drawing/2014/main" id="{73CD7686-9FC9-A48C-0504-6E30151E0406}"/>
                  </a:ext>
                </a:extLst>
              </p:cNvPr>
              <p:cNvSpPr/>
              <p:nvPr/>
            </p:nvSpPr>
            <p:spPr>
              <a:xfrm flipV="1">
                <a:off x="2222134" y="1545670"/>
                <a:ext cx="56171" cy="56157"/>
              </a:xfrm>
              <a:custGeom>
                <a:avLst/>
                <a:gdLst>
                  <a:gd name="connsiteX0" fmla="*/ 9706 w 35185"/>
                  <a:gd name="connsiteY0" fmla="*/ 33473 h 35176"/>
                  <a:gd name="connsiteX1" fmla="*/ 33735 w 35185"/>
                  <a:gd name="connsiteY1" fmla="*/ 27039 h 35176"/>
                  <a:gd name="connsiteX2" fmla="*/ 27290 w 35185"/>
                  <a:gd name="connsiteY2" fmla="*/ 3020 h 35176"/>
                  <a:gd name="connsiteX3" fmla="*/ 3260 w 35185"/>
                  <a:gd name="connsiteY3" fmla="*/ 9455 h 35176"/>
                  <a:gd name="connsiteX4" fmla="*/ 9706 w 35185"/>
                  <a:gd name="connsiteY4" fmla="*/ 33473 h 35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85" h="35176">
                    <a:moveTo>
                      <a:pt x="9706" y="33473"/>
                    </a:moveTo>
                    <a:cubicBezTo>
                      <a:pt x="18115" y="38321"/>
                      <a:pt x="28876" y="35448"/>
                      <a:pt x="33735" y="27039"/>
                    </a:cubicBezTo>
                    <a:cubicBezTo>
                      <a:pt x="38584" y="18630"/>
                      <a:pt x="35699" y="7869"/>
                      <a:pt x="27290" y="3020"/>
                    </a:cubicBezTo>
                    <a:cubicBezTo>
                      <a:pt x="18881" y="-1850"/>
                      <a:pt x="8108" y="1035"/>
                      <a:pt x="3260" y="9455"/>
                    </a:cubicBezTo>
                    <a:cubicBezTo>
                      <a:pt x="-1599" y="17864"/>
                      <a:pt x="1297" y="28625"/>
                      <a:pt x="9706" y="3347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96" name="자유형: 도형 95">
                <a:extLst>
                  <a:ext uri="{FF2B5EF4-FFF2-40B4-BE49-F238E27FC236}">
                    <a16:creationId xmlns:a16="http://schemas.microsoft.com/office/drawing/2014/main" id="{FDADA766-45A1-3E2D-76D0-FA7FCDDB9FC1}"/>
                  </a:ext>
                </a:extLst>
              </p:cNvPr>
              <p:cNvSpPr/>
              <p:nvPr/>
            </p:nvSpPr>
            <p:spPr>
              <a:xfrm flipV="1">
                <a:off x="2222134" y="1631085"/>
                <a:ext cx="56171" cy="56165"/>
              </a:xfrm>
              <a:custGeom>
                <a:avLst/>
                <a:gdLst>
                  <a:gd name="connsiteX0" fmla="*/ 9706 w 35185"/>
                  <a:gd name="connsiteY0" fmla="*/ 3012 h 35181"/>
                  <a:gd name="connsiteX1" fmla="*/ 3260 w 35185"/>
                  <a:gd name="connsiteY1" fmla="*/ 27030 h 35181"/>
                  <a:gd name="connsiteX2" fmla="*/ 27290 w 35185"/>
                  <a:gd name="connsiteY2" fmla="*/ 33465 h 35181"/>
                  <a:gd name="connsiteX3" fmla="*/ 33735 w 35185"/>
                  <a:gd name="connsiteY3" fmla="*/ 9446 h 35181"/>
                  <a:gd name="connsiteX4" fmla="*/ 9706 w 35185"/>
                  <a:gd name="connsiteY4" fmla="*/ 3012 h 35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85" h="35181">
                    <a:moveTo>
                      <a:pt x="9706" y="3012"/>
                    </a:moveTo>
                    <a:cubicBezTo>
                      <a:pt x="1297" y="7860"/>
                      <a:pt x="-1599" y="18621"/>
                      <a:pt x="3260" y="27030"/>
                    </a:cubicBezTo>
                    <a:cubicBezTo>
                      <a:pt x="8108" y="35451"/>
                      <a:pt x="18881" y="38346"/>
                      <a:pt x="27290" y="33465"/>
                    </a:cubicBezTo>
                    <a:cubicBezTo>
                      <a:pt x="35699" y="28628"/>
                      <a:pt x="38584" y="17856"/>
                      <a:pt x="33735" y="9446"/>
                    </a:cubicBezTo>
                    <a:cubicBezTo>
                      <a:pt x="28876" y="1037"/>
                      <a:pt x="18115" y="-1836"/>
                      <a:pt x="9706" y="301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63FAA240-F199-A76F-CBA7-3CA03230C11F}"/>
                  </a:ext>
                </a:extLst>
              </p:cNvPr>
              <p:cNvSpPr/>
              <p:nvPr/>
            </p:nvSpPr>
            <p:spPr>
              <a:xfrm flipV="1">
                <a:off x="2074158" y="1545664"/>
                <a:ext cx="56177" cy="56149"/>
              </a:xfrm>
              <a:custGeom>
                <a:avLst/>
                <a:gdLst>
                  <a:gd name="connsiteX0" fmla="*/ 9691 w 35189"/>
                  <a:gd name="connsiteY0" fmla="*/ 3008 h 35171"/>
                  <a:gd name="connsiteX1" fmla="*/ 3257 w 35189"/>
                  <a:gd name="connsiteY1" fmla="*/ 27026 h 35171"/>
                  <a:gd name="connsiteX2" fmla="*/ 27275 w 35189"/>
                  <a:gd name="connsiteY2" fmla="*/ 33461 h 35171"/>
                  <a:gd name="connsiteX3" fmla="*/ 33721 w 35189"/>
                  <a:gd name="connsiteY3" fmla="*/ 9442 h 35171"/>
                  <a:gd name="connsiteX4" fmla="*/ 9691 w 35189"/>
                  <a:gd name="connsiteY4" fmla="*/ 3008 h 35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89" h="35171">
                    <a:moveTo>
                      <a:pt x="9691" y="3008"/>
                    </a:moveTo>
                    <a:cubicBezTo>
                      <a:pt x="1282" y="7856"/>
                      <a:pt x="-1613" y="18617"/>
                      <a:pt x="3257" y="27026"/>
                    </a:cubicBezTo>
                    <a:cubicBezTo>
                      <a:pt x="8094" y="35436"/>
                      <a:pt x="18866" y="38320"/>
                      <a:pt x="27275" y="33461"/>
                    </a:cubicBezTo>
                    <a:cubicBezTo>
                      <a:pt x="35696" y="28613"/>
                      <a:pt x="38580" y="17852"/>
                      <a:pt x="33721" y="9442"/>
                    </a:cubicBezTo>
                    <a:cubicBezTo>
                      <a:pt x="28862" y="1022"/>
                      <a:pt x="18101" y="-1840"/>
                      <a:pt x="9691" y="3008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5E3674F-7E64-E9D3-D3F4-8FD832953A1D}"/>
                </a:ext>
              </a:extLst>
            </p:cNvPr>
            <p:cNvGrpSpPr/>
            <p:nvPr/>
          </p:nvGrpSpPr>
          <p:grpSpPr>
            <a:xfrm>
              <a:off x="3944566" y="3642504"/>
              <a:ext cx="372618" cy="362960"/>
              <a:chOff x="5627876" y="1093078"/>
              <a:chExt cx="981697" cy="956253"/>
            </a:xfrm>
            <a:solidFill>
              <a:srgbClr val="B9E6FB"/>
            </a:solidFill>
          </p:grpSpPr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B7CB8372-4170-B472-152A-FE526550B0D8}"/>
                  </a:ext>
                </a:extLst>
              </p:cNvPr>
              <p:cNvSpPr/>
              <p:nvPr/>
            </p:nvSpPr>
            <p:spPr>
              <a:xfrm flipV="1">
                <a:off x="6033571" y="1188884"/>
                <a:ext cx="240655" cy="322391"/>
              </a:xfrm>
              <a:custGeom>
                <a:avLst/>
                <a:gdLst>
                  <a:gd name="connsiteX0" fmla="*/ 76570 w 150744"/>
                  <a:gd name="connsiteY0" fmla="*/ 53315 h 201943"/>
                  <a:gd name="connsiteX1" fmla="*/ 97870 w 150744"/>
                  <a:gd name="connsiteY1" fmla="*/ 51418 h 201943"/>
                  <a:gd name="connsiteX2" fmla="*/ 109075 w 150744"/>
                  <a:gd name="connsiteY2" fmla="*/ 101652 h 201943"/>
                  <a:gd name="connsiteX3" fmla="*/ 76570 w 150744"/>
                  <a:gd name="connsiteY3" fmla="*/ 159695 h 201943"/>
                  <a:gd name="connsiteX4" fmla="*/ 44076 w 150744"/>
                  <a:gd name="connsiteY4" fmla="*/ 101652 h 201943"/>
                  <a:gd name="connsiteX5" fmla="*/ 55269 w 150744"/>
                  <a:gd name="connsiteY5" fmla="*/ 51418 h 201943"/>
                  <a:gd name="connsiteX6" fmla="*/ 76570 w 150744"/>
                  <a:gd name="connsiteY6" fmla="*/ 53315 h 201943"/>
                  <a:gd name="connsiteX7" fmla="*/ 35234 w 150744"/>
                  <a:gd name="connsiteY7" fmla="*/ 630 h 201943"/>
                  <a:gd name="connsiteX8" fmla="*/ 26170 w 150744"/>
                  <a:gd name="connsiteY8" fmla="*/ 15052 h 201943"/>
                  <a:gd name="connsiteX9" fmla="*/ 1197 w 150744"/>
                  <a:gd name="connsiteY9" fmla="*/ 101652 h 201943"/>
                  <a:gd name="connsiteX10" fmla="*/ 76570 w 150744"/>
                  <a:gd name="connsiteY10" fmla="*/ 202574 h 201943"/>
                  <a:gd name="connsiteX11" fmla="*/ 151942 w 150744"/>
                  <a:gd name="connsiteY11" fmla="*/ 101652 h 201943"/>
                  <a:gd name="connsiteX12" fmla="*/ 126970 w 150744"/>
                  <a:gd name="connsiteY12" fmla="*/ 15052 h 201943"/>
                  <a:gd name="connsiteX13" fmla="*/ 117928 w 150744"/>
                  <a:gd name="connsiteY13" fmla="*/ 630 h 201943"/>
                  <a:gd name="connsiteX14" fmla="*/ 101809 w 150744"/>
                  <a:gd name="connsiteY14" fmla="*/ 6199 h 201943"/>
                  <a:gd name="connsiteX15" fmla="*/ 51353 w 150744"/>
                  <a:gd name="connsiteY15" fmla="*/ 6199 h 201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0744" h="201943">
                    <a:moveTo>
                      <a:pt x="76570" y="53315"/>
                    </a:moveTo>
                    <a:cubicBezTo>
                      <a:pt x="83748" y="53315"/>
                      <a:pt x="90870" y="52672"/>
                      <a:pt x="97870" y="51418"/>
                    </a:cubicBezTo>
                    <a:cubicBezTo>
                      <a:pt x="104937" y="67150"/>
                      <a:pt x="109075" y="85333"/>
                      <a:pt x="109075" y="101652"/>
                    </a:cubicBezTo>
                    <a:cubicBezTo>
                      <a:pt x="109075" y="130185"/>
                      <a:pt x="96905" y="159695"/>
                      <a:pt x="76570" y="159695"/>
                    </a:cubicBezTo>
                    <a:cubicBezTo>
                      <a:pt x="56235" y="159695"/>
                      <a:pt x="44076" y="130185"/>
                      <a:pt x="44076" y="101652"/>
                    </a:cubicBezTo>
                    <a:cubicBezTo>
                      <a:pt x="44076" y="85333"/>
                      <a:pt x="48214" y="67150"/>
                      <a:pt x="55269" y="51418"/>
                    </a:cubicBezTo>
                    <a:cubicBezTo>
                      <a:pt x="62270" y="52672"/>
                      <a:pt x="69403" y="53315"/>
                      <a:pt x="76570" y="53315"/>
                    </a:cubicBezTo>
                    <a:moveTo>
                      <a:pt x="35234" y="630"/>
                    </a:moveTo>
                    <a:lnTo>
                      <a:pt x="26170" y="15052"/>
                    </a:lnTo>
                    <a:cubicBezTo>
                      <a:pt x="10527" y="39925"/>
                      <a:pt x="1197" y="72308"/>
                      <a:pt x="1197" y="101652"/>
                    </a:cubicBezTo>
                    <a:cubicBezTo>
                      <a:pt x="1197" y="151808"/>
                      <a:pt x="27091" y="202574"/>
                      <a:pt x="76570" y="202574"/>
                    </a:cubicBezTo>
                    <a:cubicBezTo>
                      <a:pt x="126049" y="202574"/>
                      <a:pt x="151942" y="151808"/>
                      <a:pt x="151942" y="101652"/>
                    </a:cubicBezTo>
                    <a:cubicBezTo>
                      <a:pt x="151942" y="72308"/>
                      <a:pt x="142612" y="39936"/>
                      <a:pt x="126970" y="15052"/>
                    </a:cubicBezTo>
                    <a:lnTo>
                      <a:pt x="117928" y="630"/>
                    </a:lnTo>
                    <a:lnTo>
                      <a:pt x="101809" y="6199"/>
                    </a:lnTo>
                    <a:cubicBezTo>
                      <a:pt x="85567" y="11835"/>
                      <a:pt x="67573" y="11835"/>
                      <a:pt x="51353" y="6199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24665F38-B286-2697-CA9B-C5FFFA256845}"/>
                  </a:ext>
                </a:extLst>
              </p:cNvPr>
              <p:cNvSpPr/>
              <p:nvPr/>
            </p:nvSpPr>
            <p:spPr>
              <a:xfrm flipV="1">
                <a:off x="6033553" y="1726958"/>
                <a:ext cx="240672" cy="322373"/>
              </a:xfrm>
              <a:custGeom>
                <a:avLst/>
                <a:gdLst>
                  <a:gd name="connsiteX0" fmla="*/ 55279 w 150755"/>
                  <a:gd name="connsiteY0" fmla="*/ 151846 h 201932"/>
                  <a:gd name="connsiteX1" fmla="*/ 44085 w 150755"/>
                  <a:gd name="connsiteY1" fmla="*/ 101601 h 201932"/>
                  <a:gd name="connsiteX2" fmla="*/ 76579 w 150755"/>
                  <a:gd name="connsiteY2" fmla="*/ 43558 h 201932"/>
                  <a:gd name="connsiteX3" fmla="*/ 109084 w 150755"/>
                  <a:gd name="connsiteY3" fmla="*/ 101601 h 201932"/>
                  <a:gd name="connsiteX4" fmla="*/ 97879 w 150755"/>
                  <a:gd name="connsiteY4" fmla="*/ 151846 h 201932"/>
                  <a:gd name="connsiteX5" fmla="*/ 55279 w 150755"/>
                  <a:gd name="connsiteY5" fmla="*/ 151846 h 201932"/>
                  <a:gd name="connsiteX6" fmla="*/ 76579 w 150755"/>
                  <a:gd name="connsiteY6" fmla="*/ 679 h 201932"/>
                  <a:gd name="connsiteX7" fmla="*/ 1195 w 150755"/>
                  <a:gd name="connsiteY7" fmla="*/ 101601 h 201932"/>
                  <a:gd name="connsiteX8" fmla="*/ 26179 w 150755"/>
                  <a:gd name="connsiteY8" fmla="*/ 188201 h 201932"/>
                  <a:gd name="connsiteX9" fmla="*/ 35243 w 150755"/>
                  <a:gd name="connsiteY9" fmla="*/ 202612 h 201932"/>
                  <a:gd name="connsiteX10" fmla="*/ 51340 w 150755"/>
                  <a:gd name="connsiteY10" fmla="*/ 197065 h 201932"/>
                  <a:gd name="connsiteX11" fmla="*/ 101840 w 150755"/>
                  <a:gd name="connsiteY11" fmla="*/ 197065 h 201932"/>
                  <a:gd name="connsiteX12" fmla="*/ 117926 w 150755"/>
                  <a:gd name="connsiteY12" fmla="*/ 202612 h 201932"/>
                  <a:gd name="connsiteX13" fmla="*/ 126979 w 150755"/>
                  <a:gd name="connsiteY13" fmla="*/ 188201 h 201932"/>
                  <a:gd name="connsiteX14" fmla="*/ 151951 w 150755"/>
                  <a:gd name="connsiteY14" fmla="*/ 101601 h 201932"/>
                  <a:gd name="connsiteX15" fmla="*/ 76579 w 150755"/>
                  <a:gd name="connsiteY15" fmla="*/ 679 h 20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0755" h="201932">
                    <a:moveTo>
                      <a:pt x="55279" y="151846"/>
                    </a:moveTo>
                    <a:cubicBezTo>
                      <a:pt x="48223" y="136115"/>
                      <a:pt x="44085" y="117932"/>
                      <a:pt x="44085" y="101601"/>
                    </a:cubicBezTo>
                    <a:cubicBezTo>
                      <a:pt x="44085" y="73068"/>
                      <a:pt x="56233" y="43558"/>
                      <a:pt x="76579" y="43558"/>
                    </a:cubicBezTo>
                    <a:cubicBezTo>
                      <a:pt x="96914" y="43558"/>
                      <a:pt x="109084" y="73068"/>
                      <a:pt x="109084" y="101601"/>
                    </a:cubicBezTo>
                    <a:cubicBezTo>
                      <a:pt x="109084" y="117921"/>
                      <a:pt x="104946" y="136104"/>
                      <a:pt x="97879" y="151846"/>
                    </a:cubicBezTo>
                    <a:cubicBezTo>
                      <a:pt x="83846" y="149305"/>
                      <a:pt x="69323" y="149305"/>
                      <a:pt x="55279" y="151846"/>
                    </a:cubicBezTo>
                    <a:moveTo>
                      <a:pt x="76579" y="679"/>
                    </a:moveTo>
                    <a:cubicBezTo>
                      <a:pt x="27089" y="679"/>
                      <a:pt x="1195" y="51445"/>
                      <a:pt x="1195" y="101601"/>
                    </a:cubicBezTo>
                    <a:cubicBezTo>
                      <a:pt x="1195" y="130956"/>
                      <a:pt x="10537" y="163339"/>
                      <a:pt x="26179" y="188201"/>
                    </a:cubicBezTo>
                    <a:lnTo>
                      <a:pt x="35243" y="202612"/>
                    </a:lnTo>
                    <a:lnTo>
                      <a:pt x="51340" y="197065"/>
                    </a:lnTo>
                    <a:cubicBezTo>
                      <a:pt x="67637" y="191429"/>
                      <a:pt x="85521" y="191429"/>
                      <a:pt x="101840" y="197065"/>
                    </a:cubicBezTo>
                    <a:lnTo>
                      <a:pt x="117926" y="202612"/>
                    </a:lnTo>
                    <a:lnTo>
                      <a:pt x="126979" y="188201"/>
                    </a:lnTo>
                    <a:cubicBezTo>
                      <a:pt x="142621" y="163317"/>
                      <a:pt x="151951" y="130945"/>
                      <a:pt x="151951" y="101601"/>
                    </a:cubicBezTo>
                    <a:cubicBezTo>
                      <a:pt x="151951" y="51445"/>
                      <a:pt x="126058" y="679"/>
                      <a:pt x="76579" y="679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EC979E03-3005-FB15-038F-E0F3783541FA}"/>
                  </a:ext>
                </a:extLst>
              </p:cNvPr>
              <p:cNvSpPr/>
              <p:nvPr/>
            </p:nvSpPr>
            <p:spPr>
              <a:xfrm flipV="1">
                <a:off x="5767628" y="1351210"/>
                <a:ext cx="325889" cy="272318"/>
              </a:xfrm>
              <a:custGeom>
                <a:avLst/>
                <a:gdLst>
                  <a:gd name="connsiteX0" fmla="*/ 71763 w 204134"/>
                  <a:gd name="connsiteY0" fmla="*/ 128351 h 170578"/>
                  <a:gd name="connsiteX1" fmla="*/ 70343 w 204134"/>
                  <a:gd name="connsiteY1" fmla="*/ 128329 h 170578"/>
                  <a:gd name="connsiteX2" fmla="*/ 46890 w 204134"/>
                  <a:gd name="connsiteY2" fmla="*/ 116725 h 170578"/>
                  <a:gd name="connsiteX3" fmla="*/ 48643 w 204134"/>
                  <a:gd name="connsiteY3" fmla="*/ 90676 h 170578"/>
                  <a:gd name="connsiteX4" fmla="*/ 80904 w 204134"/>
                  <a:gd name="connsiteY4" fmla="*/ 59569 h 170578"/>
                  <a:gd name="connsiteX5" fmla="*/ 130028 w 204134"/>
                  <a:gd name="connsiteY5" fmla="*/ 44137 h 170578"/>
                  <a:gd name="connsiteX6" fmla="*/ 151340 w 204134"/>
                  <a:gd name="connsiteY6" fmla="*/ 80991 h 170578"/>
                  <a:gd name="connsiteX7" fmla="*/ 113398 w 204134"/>
                  <a:gd name="connsiteY7" fmla="*/ 115848 h 170578"/>
                  <a:gd name="connsiteX8" fmla="*/ 71763 w 204134"/>
                  <a:gd name="connsiteY8" fmla="*/ 128351 h 170578"/>
                  <a:gd name="connsiteX9" fmla="*/ 141610 w 204134"/>
                  <a:gd name="connsiteY9" fmla="*/ 649 h 170578"/>
                  <a:gd name="connsiteX10" fmla="*/ 59471 w 204134"/>
                  <a:gd name="connsiteY10" fmla="*/ 22426 h 170578"/>
                  <a:gd name="connsiteX11" fmla="*/ 10912 w 204134"/>
                  <a:gd name="connsiteY11" fmla="*/ 70319 h 170578"/>
                  <a:gd name="connsiteX12" fmla="*/ 9759 w 204134"/>
                  <a:gd name="connsiteY12" fmla="*/ 138169 h 170578"/>
                  <a:gd name="connsiteX13" fmla="*/ 69189 w 204134"/>
                  <a:gd name="connsiteY13" fmla="*/ 171185 h 170578"/>
                  <a:gd name="connsiteX14" fmla="*/ 134843 w 204134"/>
                  <a:gd name="connsiteY14" fmla="*/ 152991 h 170578"/>
                  <a:gd name="connsiteX15" fmla="*/ 197369 w 204134"/>
                  <a:gd name="connsiteY15" fmla="*/ 88025 h 170578"/>
                  <a:gd name="connsiteX16" fmla="*/ 205312 w 204134"/>
                  <a:gd name="connsiteY16" fmla="*/ 72992 h 170578"/>
                  <a:gd name="connsiteX17" fmla="*/ 192465 w 204134"/>
                  <a:gd name="connsiteY17" fmla="*/ 61832 h 170578"/>
                  <a:gd name="connsiteX18" fmla="*/ 167204 w 204134"/>
                  <a:gd name="connsiteY18" fmla="*/ 18122 h 170578"/>
                  <a:gd name="connsiteX19" fmla="*/ 163987 w 204134"/>
                  <a:gd name="connsiteY19" fmla="*/ 1392 h 170578"/>
                  <a:gd name="connsiteX20" fmla="*/ 146947 w 204134"/>
                  <a:gd name="connsiteY20" fmla="*/ 760 h 170578"/>
                  <a:gd name="connsiteX21" fmla="*/ 141610 w 204134"/>
                  <a:gd name="connsiteY21" fmla="*/ 649 h 170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4134" h="170578">
                    <a:moveTo>
                      <a:pt x="71763" y="128351"/>
                    </a:moveTo>
                    <a:cubicBezTo>
                      <a:pt x="71286" y="128351"/>
                      <a:pt x="70820" y="128340"/>
                      <a:pt x="70343" y="128329"/>
                    </a:cubicBezTo>
                    <a:cubicBezTo>
                      <a:pt x="53325" y="127874"/>
                      <a:pt x="48465" y="119476"/>
                      <a:pt x="46890" y="116725"/>
                    </a:cubicBezTo>
                    <a:cubicBezTo>
                      <a:pt x="42663" y="109414"/>
                      <a:pt x="43262" y="100650"/>
                      <a:pt x="48643" y="90676"/>
                    </a:cubicBezTo>
                    <a:cubicBezTo>
                      <a:pt x="54867" y="79138"/>
                      <a:pt x="66626" y="67800"/>
                      <a:pt x="80904" y="59569"/>
                    </a:cubicBezTo>
                    <a:cubicBezTo>
                      <a:pt x="95049" y="51392"/>
                      <a:pt x="112877" y="45890"/>
                      <a:pt x="130028" y="44137"/>
                    </a:cubicBezTo>
                    <a:cubicBezTo>
                      <a:pt x="134865" y="57550"/>
                      <a:pt x="142121" y="70064"/>
                      <a:pt x="151340" y="80991"/>
                    </a:cubicBezTo>
                    <a:cubicBezTo>
                      <a:pt x="141244" y="94981"/>
                      <a:pt x="127554" y="107683"/>
                      <a:pt x="113398" y="115848"/>
                    </a:cubicBezTo>
                    <a:cubicBezTo>
                      <a:pt x="99575" y="123836"/>
                      <a:pt x="84488" y="128351"/>
                      <a:pt x="71763" y="128351"/>
                    </a:cubicBezTo>
                    <a:moveTo>
                      <a:pt x="141610" y="649"/>
                    </a:moveTo>
                    <a:cubicBezTo>
                      <a:pt x="113665" y="649"/>
                      <a:pt x="83356" y="8647"/>
                      <a:pt x="59471" y="22426"/>
                    </a:cubicBezTo>
                    <a:cubicBezTo>
                      <a:pt x="38192" y="34718"/>
                      <a:pt x="20941" y="51714"/>
                      <a:pt x="10912" y="70319"/>
                    </a:cubicBezTo>
                    <a:cubicBezTo>
                      <a:pt x="-1657" y="93594"/>
                      <a:pt x="-2068" y="117690"/>
                      <a:pt x="9759" y="138169"/>
                    </a:cubicBezTo>
                    <a:cubicBezTo>
                      <a:pt x="21629" y="158749"/>
                      <a:pt x="42752" y="170475"/>
                      <a:pt x="69189" y="171185"/>
                    </a:cubicBezTo>
                    <a:cubicBezTo>
                      <a:pt x="90268" y="171817"/>
                      <a:pt x="113532" y="165294"/>
                      <a:pt x="134843" y="152991"/>
                    </a:cubicBezTo>
                    <a:cubicBezTo>
                      <a:pt x="160282" y="138291"/>
                      <a:pt x="183645" y="114018"/>
                      <a:pt x="197369" y="88025"/>
                    </a:cubicBezTo>
                    <a:lnTo>
                      <a:pt x="205312" y="72992"/>
                    </a:lnTo>
                    <a:lnTo>
                      <a:pt x="192465" y="61832"/>
                    </a:lnTo>
                    <a:cubicBezTo>
                      <a:pt x="179419" y="50494"/>
                      <a:pt x="170455" y="34973"/>
                      <a:pt x="167204" y="18122"/>
                    </a:cubicBezTo>
                    <a:lnTo>
                      <a:pt x="163987" y="1392"/>
                    </a:lnTo>
                    <a:lnTo>
                      <a:pt x="146947" y="760"/>
                    </a:lnTo>
                    <a:cubicBezTo>
                      <a:pt x="145183" y="682"/>
                      <a:pt x="143408" y="649"/>
                      <a:pt x="141610" y="649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5DEC16FD-764E-D877-67FE-E9DE59327361}"/>
                  </a:ext>
                </a:extLst>
              </p:cNvPr>
              <p:cNvSpPr/>
              <p:nvPr/>
            </p:nvSpPr>
            <p:spPr>
              <a:xfrm flipV="1">
                <a:off x="6214300" y="1614677"/>
                <a:ext cx="325889" cy="272354"/>
              </a:xfrm>
              <a:custGeom>
                <a:avLst/>
                <a:gdLst>
                  <a:gd name="connsiteX0" fmla="*/ 55182 w 204134"/>
                  <a:gd name="connsiteY0" fmla="*/ 90914 h 170600"/>
                  <a:gd name="connsiteX1" fmla="*/ 93123 w 204134"/>
                  <a:gd name="connsiteY1" fmla="*/ 56046 h 170600"/>
                  <a:gd name="connsiteX2" fmla="*/ 159632 w 204134"/>
                  <a:gd name="connsiteY2" fmla="*/ 55181 h 170600"/>
                  <a:gd name="connsiteX3" fmla="*/ 157879 w 204134"/>
                  <a:gd name="connsiteY3" fmla="*/ 81241 h 170600"/>
                  <a:gd name="connsiteX4" fmla="*/ 125618 w 204134"/>
                  <a:gd name="connsiteY4" fmla="*/ 112359 h 170600"/>
                  <a:gd name="connsiteX5" fmla="*/ 76482 w 204134"/>
                  <a:gd name="connsiteY5" fmla="*/ 127780 h 170600"/>
                  <a:gd name="connsiteX6" fmla="*/ 55182 w 204134"/>
                  <a:gd name="connsiteY6" fmla="*/ 90914 h 170600"/>
                  <a:gd name="connsiteX7" fmla="*/ 135125 w 204134"/>
                  <a:gd name="connsiteY7" fmla="*/ 665 h 170600"/>
                  <a:gd name="connsiteX8" fmla="*/ 71668 w 204134"/>
                  <a:gd name="connsiteY8" fmla="*/ 18926 h 170600"/>
                  <a:gd name="connsiteX9" fmla="*/ 9153 w 204134"/>
                  <a:gd name="connsiteY9" fmla="*/ 83881 h 170600"/>
                  <a:gd name="connsiteX10" fmla="*/ 1210 w 204134"/>
                  <a:gd name="connsiteY10" fmla="*/ 98924 h 170600"/>
                  <a:gd name="connsiteX11" fmla="*/ 14046 w 204134"/>
                  <a:gd name="connsiteY11" fmla="*/ 110096 h 170600"/>
                  <a:gd name="connsiteX12" fmla="*/ 39295 w 204134"/>
                  <a:gd name="connsiteY12" fmla="*/ 153773 h 170600"/>
                  <a:gd name="connsiteX13" fmla="*/ 42513 w 204134"/>
                  <a:gd name="connsiteY13" fmla="*/ 170514 h 170600"/>
                  <a:gd name="connsiteX14" fmla="*/ 59553 w 204134"/>
                  <a:gd name="connsiteY14" fmla="*/ 171146 h 170600"/>
                  <a:gd name="connsiteX15" fmla="*/ 147040 w 204134"/>
                  <a:gd name="connsiteY15" fmla="*/ 149491 h 170600"/>
                  <a:gd name="connsiteX16" fmla="*/ 195609 w 204134"/>
                  <a:gd name="connsiteY16" fmla="*/ 101609 h 170600"/>
                  <a:gd name="connsiteX17" fmla="*/ 196763 w 204134"/>
                  <a:gd name="connsiteY17" fmla="*/ 33758 h 170600"/>
                  <a:gd name="connsiteX18" fmla="*/ 135125 w 204134"/>
                  <a:gd name="connsiteY18" fmla="*/ 665 h 17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4134" h="170600">
                    <a:moveTo>
                      <a:pt x="55182" y="90914"/>
                    </a:moveTo>
                    <a:cubicBezTo>
                      <a:pt x="65289" y="76925"/>
                      <a:pt x="78967" y="64234"/>
                      <a:pt x="93123" y="56046"/>
                    </a:cubicBezTo>
                    <a:cubicBezTo>
                      <a:pt x="117819" y="41813"/>
                      <a:pt x="149459" y="37575"/>
                      <a:pt x="159632" y="55181"/>
                    </a:cubicBezTo>
                    <a:cubicBezTo>
                      <a:pt x="163847" y="62492"/>
                      <a:pt x="163259" y="71267"/>
                      <a:pt x="157879" y="81241"/>
                    </a:cubicBezTo>
                    <a:cubicBezTo>
                      <a:pt x="151644" y="92767"/>
                      <a:pt x="139896" y="104105"/>
                      <a:pt x="125618" y="112359"/>
                    </a:cubicBezTo>
                    <a:cubicBezTo>
                      <a:pt x="111473" y="120524"/>
                      <a:pt x="93645" y="126027"/>
                      <a:pt x="76482" y="127780"/>
                    </a:cubicBezTo>
                    <a:cubicBezTo>
                      <a:pt x="71634" y="114367"/>
                      <a:pt x="64412" y="101842"/>
                      <a:pt x="55182" y="90914"/>
                    </a:cubicBezTo>
                    <a:moveTo>
                      <a:pt x="135125" y="665"/>
                    </a:moveTo>
                    <a:cubicBezTo>
                      <a:pt x="114058" y="665"/>
                      <a:pt x="91470" y="7499"/>
                      <a:pt x="71668" y="18926"/>
                    </a:cubicBezTo>
                    <a:cubicBezTo>
                      <a:pt x="46240" y="33614"/>
                      <a:pt x="22876" y="57888"/>
                      <a:pt x="9153" y="83881"/>
                    </a:cubicBezTo>
                    <a:lnTo>
                      <a:pt x="1210" y="98924"/>
                    </a:lnTo>
                    <a:lnTo>
                      <a:pt x="14046" y="110096"/>
                    </a:lnTo>
                    <a:cubicBezTo>
                      <a:pt x="27103" y="121423"/>
                      <a:pt x="36067" y="136932"/>
                      <a:pt x="39295" y="153773"/>
                    </a:cubicBezTo>
                    <a:lnTo>
                      <a:pt x="42513" y="170514"/>
                    </a:lnTo>
                    <a:lnTo>
                      <a:pt x="59553" y="171146"/>
                    </a:lnTo>
                    <a:cubicBezTo>
                      <a:pt x="88941" y="172366"/>
                      <a:pt x="121613" y="164179"/>
                      <a:pt x="147040" y="149491"/>
                    </a:cubicBezTo>
                    <a:cubicBezTo>
                      <a:pt x="168329" y="137210"/>
                      <a:pt x="185569" y="120203"/>
                      <a:pt x="195609" y="101609"/>
                    </a:cubicBezTo>
                    <a:cubicBezTo>
                      <a:pt x="208179" y="78323"/>
                      <a:pt x="208589" y="54216"/>
                      <a:pt x="196763" y="33758"/>
                    </a:cubicBezTo>
                    <a:cubicBezTo>
                      <a:pt x="183295" y="10428"/>
                      <a:pt x="160297" y="665"/>
                      <a:pt x="135125" y="665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9F3EB447-23DA-18DA-FC75-2F5EB9AD5F13}"/>
                  </a:ext>
                </a:extLst>
              </p:cNvPr>
              <p:cNvSpPr/>
              <p:nvPr/>
            </p:nvSpPr>
            <p:spPr>
              <a:xfrm flipV="1">
                <a:off x="5767319" y="1614638"/>
                <a:ext cx="326197" cy="272370"/>
              </a:xfrm>
              <a:custGeom>
                <a:avLst/>
                <a:gdLst>
                  <a:gd name="connsiteX0" fmla="*/ 130227 w 204327"/>
                  <a:gd name="connsiteY0" fmla="*/ 127772 h 170610"/>
                  <a:gd name="connsiteX1" fmla="*/ 81103 w 204327"/>
                  <a:gd name="connsiteY1" fmla="*/ 112340 h 170610"/>
                  <a:gd name="connsiteX2" fmla="*/ 47078 w 204327"/>
                  <a:gd name="connsiteY2" fmla="*/ 55173 h 170610"/>
                  <a:gd name="connsiteX3" fmla="*/ 113597 w 204327"/>
                  <a:gd name="connsiteY3" fmla="*/ 56049 h 170610"/>
                  <a:gd name="connsiteX4" fmla="*/ 151527 w 204327"/>
                  <a:gd name="connsiteY4" fmla="*/ 90907 h 170610"/>
                  <a:gd name="connsiteX5" fmla="*/ 130227 w 204327"/>
                  <a:gd name="connsiteY5" fmla="*/ 127772 h 170610"/>
                  <a:gd name="connsiteX6" fmla="*/ 71595 w 204327"/>
                  <a:gd name="connsiteY6" fmla="*/ 668 h 170610"/>
                  <a:gd name="connsiteX7" fmla="*/ 9957 w 204327"/>
                  <a:gd name="connsiteY7" fmla="*/ 33739 h 170610"/>
                  <a:gd name="connsiteX8" fmla="*/ 59669 w 204327"/>
                  <a:gd name="connsiteY8" fmla="*/ 149483 h 170610"/>
                  <a:gd name="connsiteX9" fmla="*/ 147156 w 204327"/>
                  <a:gd name="connsiteY9" fmla="*/ 171138 h 170610"/>
                  <a:gd name="connsiteX10" fmla="*/ 164197 w 204327"/>
                  <a:gd name="connsiteY10" fmla="*/ 170517 h 170610"/>
                  <a:gd name="connsiteX11" fmla="*/ 167414 w 204327"/>
                  <a:gd name="connsiteY11" fmla="*/ 153776 h 170610"/>
                  <a:gd name="connsiteX12" fmla="*/ 192664 w 204327"/>
                  <a:gd name="connsiteY12" fmla="*/ 110066 h 170610"/>
                  <a:gd name="connsiteX13" fmla="*/ 205511 w 204327"/>
                  <a:gd name="connsiteY13" fmla="*/ 98905 h 170610"/>
                  <a:gd name="connsiteX14" fmla="*/ 197556 w 204327"/>
                  <a:gd name="connsiteY14" fmla="*/ 83873 h 170610"/>
                  <a:gd name="connsiteX15" fmla="*/ 135053 w 204327"/>
                  <a:gd name="connsiteY15" fmla="*/ 18907 h 170610"/>
                  <a:gd name="connsiteX16" fmla="*/ 71595 w 204327"/>
                  <a:gd name="connsiteY16" fmla="*/ 668 h 170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4327" h="170610">
                    <a:moveTo>
                      <a:pt x="130227" y="127772"/>
                    </a:moveTo>
                    <a:cubicBezTo>
                      <a:pt x="113076" y="126019"/>
                      <a:pt x="95259" y="120517"/>
                      <a:pt x="81103" y="112340"/>
                    </a:cubicBezTo>
                    <a:cubicBezTo>
                      <a:pt x="56408" y="98073"/>
                      <a:pt x="36915" y="72790"/>
                      <a:pt x="47078" y="55173"/>
                    </a:cubicBezTo>
                    <a:cubicBezTo>
                      <a:pt x="57251" y="37578"/>
                      <a:pt x="88880" y="41783"/>
                      <a:pt x="113597" y="56049"/>
                    </a:cubicBezTo>
                    <a:cubicBezTo>
                      <a:pt x="127753" y="64215"/>
                      <a:pt x="141432" y="76917"/>
                      <a:pt x="151527" y="90907"/>
                    </a:cubicBezTo>
                    <a:cubicBezTo>
                      <a:pt x="142308" y="101834"/>
                      <a:pt x="135075" y="114348"/>
                      <a:pt x="130227" y="127772"/>
                    </a:cubicBezTo>
                    <a:moveTo>
                      <a:pt x="71595" y="668"/>
                    </a:moveTo>
                    <a:cubicBezTo>
                      <a:pt x="46423" y="668"/>
                      <a:pt x="23425" y="10420"/>
                      <a:pt x="9957" y="33739"/>
                    </a:cubicBezTo>
                    <a:cubicBezTo>
                      <a:pt x="-14771" y="76595"/>
                      <a:pt x="16247" y="124399"/>
                      <a:pt x="59669" y="149483"/>
                    </a:cubicBezTo>
                    <a:cubicBezTo>
                      <a:pt x="85097" y="164160"/>
                      <a:pt x="117835" y="172481"/>
                      <a:pt x="147156" y="171138"/>
                    </a:cubicBezTo>
                    <a:lnTo>
                      <a:pt x="164197" y="170517"/>
                    </a:lnTo>
                    <a:lnTo>
                      <a:pt x="167414" y="153776"/>
                    </a:lnTo>
                    <a:cubicBezTo>
                      <a:pt x="170653" y="136925"/>
                      <a:pt x="179617" y="121404"/>
                      <a:pt x="192664" y="110066"/>
                    </a:cubicBezTo>
                    <a:lnTo>
                      <a:pt x="205511" y="98905"/>
                    </a:lnTo>
                    <a:lnTo>
                      <a:pt x="197556" y="83873"/>
                    </a:lnTo>
                    <a:cubicBezTo>
                      <a:pt x="183833" y="57880"/>
                      <a:pt x="160469" y="33606"/>
                      <a:pt x="135053" y="18907"/>
                    </a:cubicBezTo>
                    <a:cubicBezTo>
                      <a:pt x="115250" y="7491"/>
                      <a:pt x="92663" y="668"/>
                      <a:pt x="71595" y="668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CC2CFA25-2789-AA49-DC34-1BB20FE38AF9}"/>
                  </a:ext>
                </a:extLst>
              </p:cNvPr>
              <p:cNvSpPr/>
              <p:nvPr/>
            </p:nvSpPr>
            <p:spPr>
              <a:xfrm flipV="1">
                <a:off x="6214300" y="1351343"/>
                <a:ext cx="325969" cy="272178"/>
              </a:xfrm>
              <a:custGeom>
                <a:avLst/>
                <a:gdLst>
                  <a:gd name="connsiteX0" fmla="*/ 55182 w 204184"/>
                  <a:gd name="connsiteY0" fmla="*/ 80987 h 170490"/>
                  <a:gd name="connsiteX1" fmla="*/ 76482 w 204184"/>
                  <a:gd name="connsiteY1" fmla="*/ 44133 h 170490"/>
                  <a:gd name="connsiteX2" fmla="*/ 125618 w 204184"/>
                  <a:gd name="connsiteY2" fmla="*/ 59553 h 170490"/>
                  <a:gd name="connsiteX3" fmla="*/ 157957 w 204184"/>
                  <a:gd name="connsiteY3" fmla="*/ 90594 h 170490"/>
                  <a:gd name="connsiteX4" fmla="*/ 159632 w 204184"/>
                  <a:gd name="connsiteY4" fmla="*/ 116721 h 170490"/>
                  <a:gd name="connsiteX5" fmla="*/ 136190 w 204184"/>
                  <a:gd name="connsiteY5" fmla="*/ 128225 h 170490"/>
                  <a:gd name="connsiteX6" fmla="*/ 93112 w 204184"/>
                  <a:gd name="connsiteY6" fmla="*/ 115855 h 170490"/>
                  <a:gd name="connsiteX7" fmla="*/ 55182 w 204184"/>
                  <a:gd name="connsiteY7" fmla="*/ 80987 h 170490"/>
                  <a:gd name="connsiteX8" fmla="*/ 64900 w 204184"/>
                  <a:gd name="connsiteY8" fmla="*/ 644 h 170490"/>
                  <a:gd name="connsiteX9" fmla="*/ 59564 w 204184"/>
                  <a:gd name="connsiteY9" fmla="*/ 766 h 170490"/>
                  <a:gd name="connsiteX10" fmla="*/ 42513 w 204184"/>
                  <a:gd name="connsiteY10" fmla="*/ 1377 h 170490"/>
                  <a:gd name="connsiteX11" fmla="*/ 39295 w 204184"/>
                  <a:gd name="connsiteY11" fmla="*/ 18128 h 170490"/>
                  <a:gd name="connsiteX12" fmla="*/ 14046 w 204184"/>
                  <a:gd name="connsiteY12" fmla="*/ 61816 h 170490"/>
                  <a:gd name="connsiteX13" fmla="*/ 1210 w 204184"/>
                  <a:gd name="connsiteY13" fmla="*/ 72977 h 170490"/>
                  <a:gd name="connsiteX14" fmla="*/ 9153 w 204184"/>
                  <a:gd name="connsiteY14" fmla="*/ 88020 h 170490"/>
                  <a:gd name="connsiteX15" fmla="*/ 71657 w 204184"/>
                  <a:gd name="connsiteY15" fmla="*/ 152965 h 170490"/>
                  <a:gd name="connsiteX16" fmla="*/ 137433 w 204184"/>
                  <a:gd name="connsiteY16" fmla="*/ 171081 h 170490"/>
                  <a:gd name="connsiteX17" fmla="*/ 196763 w 204184"/>
                  <a:gd name="connsiteY17" fmla="*/ 138143 h 170490"/>
                  <a:gd name="connsiteX18" fmla="*/ 195654 w 204184"/>
                  <a:gd name="connsiteY18" fmla="*/ 70159 h 170490"/>
                  <a:gd name="connsiteX19" fmla="*/ 147040 w 204184"/>
                  <a:gd name="connsiteY19" fmla="*/ 22422 h 170490"/>
                  <a:gd name="connsiteX20" fmla="*/ 64900 w 204184"/>
                  <a:gd name="connsiteY20" fmla="*/ 644 h 170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4184" h="170490">
                    <a:moveTo>
                      <a:pt x="55182" y="80987"/>
                    </a:moveTo>
                    <a:cubicBezTo>
                      <a:pt x="64401" y="70059"/>
                      <a:pt x="71623" y="57545"/>
                      <a:pt x="76482" y="44133"/>
                    </a:cubicBezTo>
                    <a:cubicBezTo>
                      <a:pt x="93645" y="45886"/>
                      <a:pt x="111473" y="51388"/>
                      <a:pt x="125618" y="59553"/>
                    </a:cubicBezTo>
                    <a:cubicBezTo>
                      <a:pt x="139962" y="67829"/>
                      <a:pt x="151744" y="79145"/>
                      <a:pt x="157957" y="90594"/>
                    </a:cubicBezTo>
                    <a:cubicBezTo>
                      <a:pt x="166066" y="105571"/>
                      <a:pt x="161218" y="113958"/>
                      <a:pt x="159632" y="116721"/>
                    </a:cubicBezTo>
                    <a:cubicBezTo>
                      <a:pt x="155405" y="124031"/>
                      <a:pt x="147528" y="127903"/>
                      <a:pt x="136190" y="128225"/>
                    </a:cubicBezTo>
                    <a:cubicBezTo>
                      <a:pt x="123121" y="128558"/>
                      <a:pt x="107401" y="124087"/>
                      <a:pt x="93112" y="115855"/>
                    </a:cubicBezTo>
                    <a:cubicBezTo>
                      <a:pt x="78967" y="107668"/>
                      <a:pt x="65277" y="94976"/>
                      <a:pt x="55182" y="80987"/>
                    </a:cubicBezTo>
                    <a:moveTo>
                      <a:pt x="64900" y="644"/>
                    </a:moveTo>
                    <a:cubicBezTo>
                      <a:pt x="63114" y="644"/>
                      <a:pt x="61339" y="678"/>
                      <a:pt x="59564" y="766"/>
                    </a:cubicBezTo>
                    <a:lnTo>
                      <a:pt x="42513" y="1377"/>
                    </a:lnTo>
                    <a:lnTo>
                      <a:pt x="39295" y="18128"/>
                    </a:lnTo>
                    <a:cubicBezTo>
                      <a:pt x="36067" y="34980"/>
                      <a:pt x="27103" y="50478"/>
                      <a:pt x="14046" y="61816"/>
                    </a:cubicBezTo>
                    <a:lnTo>
                      <a:pt x="1210" y="72977"/>
                    </a:lnTo>
                    <a:lnTo>
                      <a:pt x="9153" y="88020"/>
                    </a:lnTo>
                    <a:cubicBezTo>
                      <a:pt x="22865" y="114014"/>
                      <a:pt x="46229" y="138276"/>
                      <a:pt x="71657" y="152965"/>
                    </a:cubicBezTo>
                    <a:cubicBezTo>
                      <a:pt x="92946" y="165268"/>
                      <a:pt x="116265" y="171802"/>
                      <a:pt x="137433" y="171081"/>
                    </a:cubicBezTo>
                    <a:cubicBezTo>
                      <a:pt x="163870" y="170327"/>
                      <a:pt x="184937" y="158622"/>
                      <a:pt x="196763" y="138143"/>
                    </a:cubicBezTo>
                    <a:cubicBezTo>
                      <a:pt x="208645" y="117564"/>
                      <a:pt x="208245" y="93412"/>
                      <a:pt x="195654" y="70159"/>
                    </a:cubicBezTo>
                    <a:cubicBezTo>
                      <a:pt x="185625" y="51677"/>
                      <a:pt x="168363" y="34725"/>
                      <a:pt x="147040" y="22422"/>
                    </a:cubicBezTo>
                    <a:cubicBezTo>
                      <a:pt x="123166" y="8643"/>
                      <a:pt x="92846" y="644"/>
                      <a:pt x="64900" y="644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C76AC150-A1E0-05DB-CFBD-8AB05511EF8D}"/>
                  </a:ext>
                </a:extLst>
              </p:cNvPr>
              <p:cNvSpPr/>
              <p:nvPr/>
            </p:nvSpPr>
            <p:spPr>
              <a:xfrm flipV="1">
                <a:off x="5627876" y="1093078"/>
                <a:ext cx="981697" cy="783761"/>
              </a:xfrm>
              <a:custGeom>
                <a:avLst/>
                <a:gdLst>
                  <a:gd name="connsiteX0" fmla="*/ 43372 w 614927"/>
                  <a:gd name="connsiteY0" fmla="*/ 622 h 490941"/>
                  <a:gd name="connsiteX1" fmla="*/ 1171 w 614927"/>
                  <a:gd name="connsiteY1" fmla="*/ 162073 h 490941"/>
                  <a:gd name="connsiteX2" fmla="*/ 330662 w 614927"/>
                  <a:gd name="connsiteY2" fmla="*/ 491564 h 490941"/>
                  <a:gd name="connsiteX3" fmla="*/ 616098 w 614927"/>
                  <a:gd name="connsiteY3" fmla="*/ 326785 h 490941"/>
                  <a:gd name="connsiteX4" fmla="*/ 578967 w 614927"/>
                  <a:gd name="connsiteY4" fmla="*/ 305318 h 490941"/>
                  <a:gd name="connsiteX5" fmla="*/ 330662 w 614927"/>
                  <a:gd name="connsiteY5" fmla="*/ 448686 h 490941"/>
                  <a:gd name="connsiteX6" fmla="*/ 44060 w 614927"/>
                  <a:gd name="connsiteY6" fmla="*/ 162073 h 490941"/>
                  <a:gd name="connsiteX7" fmla="*/ 80726 w 614927"/>
                  <a:gd name="connsiteY7" fmla="*/ 21657 h 49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4927" h="490941">
                    <a:moveTo>
                      <a:pt x="43372" y="622"/>
                    </a:moveTo>
                    <a:cubicBezTo>
                      <a:pt x="15770" y="49647"/>
                      <a:pt x="1171" y="105472"/>
                      <a:pt x="1171" y="162073"/>
                    </a:cubicBezTo>
                    <a:cubicBezTo>
                      <a:pt x="1171" y="343759"/>
                      <a:pt x="148998" y="491564"/>
                      <a:pt x="330662" y="491564"/>
                    </a:cubicBezTo>
                    <a:cubicBezTo>
                      <a:pt x="447958" y="491564"/>
                      <a:pt x="557311" y="428439"/>
                      <a:pt x="616098" y="326785"/>
                    </a:cubicBezTo>
                    <a:lnTo>
                      <a:pt x="578967" y="305318"/>
                    </a:lnTo>
                    <a:cubicBezTo>
                      <a:pt x="527846" y="393771"/>
                      <a:pt x="432693" y="448686"/>
                      <a:pt x="330662" y="448686"/>
                    </a:cubicBezTo>
                    <a:cubicBezTo>
                      <a:pt x="172617" y="448686"/>
                      <a:pt x="44060" y="320107"/>
                      <a:pt x="44060" y="162073"/>
                    </a:cubicBezTo>
                    <a:cubicBezTo>
                      <a:pt x="44060" y="112827"/>
                      <a:pt x="56740" y="64280"/>
                      <a:pt x="80726" y="21657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37" name="자유형: 도형 36">
                <a:extLst>
                  <a:ext uri="{FF2B5EF4-FFF2-40B4-BE49-F238E27FC236}">
                    <a16:creationId xmlns:a16="http://schemas.microsoft.com/office/drawing/2014/main" id="{61FF8FF9-E631-B827-4879-D9FCFCA26F0E}"/>
                  </a:ext>
                </a:extLst>
              </p:cNvPr>
              <p:cNvSpPr/>
              <p:nvPr/>
            </p:nvSpPr>
            <p:spPr>
              <a:xfrm flipV="1">
                <a:off x="5961965" y="1427169"/>
                <a:ext cx="383865" cy="383883"/>
              </a:xfrm>
              <a:custGeom>
                <a:avLst/>
                <a:gdLst>
                  <a:gd name="connsiteX0" fmla="*/ 121423 w 240450"/>
                  <a:gd name="connsiteY0" fmla="*/ 198245 h 240461"/>
                  <a:gd name="connsiteX1" fmla="*/ 44076 w 240450"/>
                  <a:gd name="connsiteY1" fmla="*/ 120898 h 240461"/>
                  <a:gd name="connsiteX2" fmla="*/ 121423 w 240450"/>
                  <a:gd name="connsiteY2" fmla="*/ 43551 h 240461"/>
                  <a:gd name="connsiteX3" fmla="*/ 198781 w 240450"/>
                  <a:gd name="connsiteY3" fmla="*/ 120898 h 240461"/>
                  <a:gd name="connsiteX4" fmla="*/ 121423 w 240450"/>
                  <a:gd name="connsiteY4" fmla="*/ 198245 h 240461"/>
                  <a:gd name="connsiteX5" fmla="*/ 121423 w 240450"/>
                  <a:gd name="connsiteY5" fmla="*/ 662 h 240461"/>
                  <a:gd name="connsiteX6" fmla="*/ 1197 w 240450"/>
                  <a:gd name="connsiteY6" fmla="*/ 120898 h 240461"/>
                  <a:gd name="connsiteX7" fmla="*/ 121423 w 240450"/>
                  <a:gd name="connsiteY7" fmla="*/ 241123 h 240461"/>
                  <a:gd name="connsiteX8" fmla="*/ 241648 w 240450"/>
                  <a:gd name="connsiteY8" fmla="*/ 120898 h 240461"/>
                  <a:gd name="connsiteX9" fmla="*/ 121423 w 240450"/>
                  <a:gd name="connsiteY9" fmla="*/ 662 h 240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0450" h="240461">
                    <a:moveTo>
                      <a:pt x="121423" y="198245"/>
                    </a:moveTo>
                    <a:cubicBezTo>
                      <a:pt x="78766" y="198245"/>
                      <a:pt x="44076" y="163554"/>
                      <a:pt x="44076" y="120898"/>
                    </a:cubicBezTo>
                    <a:cubicBezTo>
                      <a:pt x="44076" y="78264"/>
                      <a:pt x="78766" y="43551"/>
                      <a:pt x="121423" y="43551"/>
                    </a:cubicBezTo>
                    <a:cubicBezTo>
                      <a:pt x="164090" y="43551"/>
                      <a:pt x="198781" y="78264"/>
                      <a:pt x="198781" y="120898"/>
                    </a:cubicBezTo>
                    <a:cubicBezTo>
                      <a:pt x="198781" y="163554"/>
                      <a:pt x="164090" y="198245"/>
                      <a:pt x="121423" y="198245"/>
                    </a:cubicBezTo>
                    <a:moveTo>
                      <a:pt x="121423" y="662"/>
                    </a:moveTo>
                    <a:cubicBezTo>
                      <a:pt x="55125" y="662"/>
                      <a:pt x="1197" y="54612"/>
                      <a:pt x="1197" y="120898"/>
                    </a:cubicBezTo>
                    <a:cubicBezTo>
                      <a:pt x="1197" y="187196"/>
                      <a:pt x="55125" y="241123"/>
                      <a:pt x="121423" y="241123"/>
                    </a:cubicBezTo>
                    <a:cubicBezTo>
                      <a:pt x="187731" y="241123"/>
                      <a:pt x="241648" y="187196"/>
                      <a:pt x="241648" y="120898"/>
                    </a:cubicBezTo>
                    <a:cubicBezTo>
                      <a:pt x="241648" y="54612"/>
                      <a:pt x="187731" y="662"/>
                      <a:pt x="121423" y="66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3966C6BC-C701-8958-A672-DDEEC632981D}"/>
                  </a:ext>
                </a:extLst>
              </p:cNvPr>
              <p:cNvSpPr/>
              <p:nvPr/>
            </p:nvSpPr>
            <p:spPr>
              <a:xfrm flipV="1">
                <a:off x="6134848" y="1523802"/>
                <a:ext cx="40930" cy="40912"/>
              </a:xfrm>
              <a:custGeom>
                <a:avLst/>
                <a:gdLst>
                  <a:gd name="connsiteX0" fmla="*/ 26837 w 25638"/>
                  <a:gd name="connsiteY0" fmla="*/ 13463 h 25627"/>
                  <a:gd name="connsiteX1" fmla="*/ 14034 w 25638"/>
                  <a:gd name="connsiteY1" fmla="*/ 649 h 25627"/>
                  <a:gd name="connsiteX2" fmla="*/ 1199 w 25638"/>
                  <a:gd name="connsiteY2" fmla="*/ 13463 h 25627"/>
                  <a:gd name="connsiteX3" fmla="*/ 14034 w 25638"/>
                  <a:gd name="connsiteY3" fmla="*/ 26276 h 25627"/>
                  <a:gd name="connsiteX4" fmla="*/ 26837 w 25638"/>
                  <a:gd name="connsiteY4" fmla="*/ 13463 h 25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27">
                    <a:moveTo>
                      <a:pt x="26837" y="13463"/>
                    </a:moveTo>
                    <a:cubicBezTo>
                      <a:pt x="26837" y="6385"/>
                      <a:pt x="21101" y="649"/>
                      <a:pt x="14034" y="649"/>
                    </a:cubicBezTo>
                    <a:cubicBezTo>
                      <a:pt x="6945" y="649"/>
                      <a:pt x="1199" y="6385"/>
                      <a:pt x="1199" y="13463"/>
                    </a:cubicBezTo>
                    <a:cubicBezTo>
                      <a:pt x="1199" y="20541"/>
                      <a:pt x="6945" y="26276"/>
                      <a:pt x="14034" y="26276"/>
                    </a:cubicBezTo>
                    <a:cubicBezTo>
                      <a:pt x="21101" y="26276"/>
                      <a:pt x="26837" y="20541"/>
                      <a:pt x="26837" y="1346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5" name="자유형: 도형 64">
                <a:extLst>
                  <a:ext uri="{FF2B5EF4-FFF2-40B4-BE49-F238E27FC236}">
                    <a16:creationId xmlns:a16="http://schemas.microsoft.com/office/drawing/2014/main" id="{FD848640-E917-B5C8-660D-34255510288E}"/>
                  </a:ext>
                </a:extLst>
              </p:cNvPr>
              <p:cNvSpPr/>
              <p:nvPr/>
            </p:nvSpPr>
            <p:spPr>
              <a:xfrm flipV="1">
                <a:off x="6134848" y="1599263"/>
                <a:ext cx="40930" cy="40912"/>
              </a:xfrm>
              <a:custGeom>
                <a:avLst/>
                <a:gdLst>
                  <a:gd name="connsiteX0" fmla="*/ 26837 w 25638"/>
                  <a:gd name="connsiteY0" fmla="*/ 13468 h 25627"/>
                  <a:gd name="connsiteX1" fmla="*/ 14034 w 25638"/>
                  <a:gd name="connsiteY1" fmla="*/ 655 h 25627"/>
                  <a:gd name="connsiteX2" fmla="*/ 1199 w 25638"/>
                  <a:gd name="connsiteY2" fmla="*/ 13468 h 25627"/>
                  <a:gd name="connsiteX3" fmla="*/ 14034 w 25638"/>
                  <a:gd name="connsiteY3" fmla="*/ 26282 h 25627"/>
                  <a:gd name="connsiteX4" fmla="*/ 26837 w 25638"/>
                  <a:gd name="connsiteY4" fmla="*/ 13468 h 25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27">
                    <a:moveTo>
                      <a:pt x="26837" y="13468"/>
                    </a:moveTo>
                    <a:cubicBezTo>
                      <a:pt x="26837" y="6379"/>
                      <a:pt x="21101" y="655"/>
                      <a:pt x="14034" y="655"/>
                    </a:cubicBezTo>
                    <a:cubicBezTo>
                      <a:pt x="6945" y="655"/>
                      <a:pt x="1199" y="6379"/>
                      <a:pt x="1199" y="13468"/>
                    </a:cubicBezTo>
                    <a:cubicBezTo>
                      <a:pt x="1199" y="20546"/>
                      <a:pt x="6945" y="26282"/>
                      <a:pt x="14034" y="26282"/>
                    </a:cubicBezTo>
                    <a:cubicBezTo>
                      <a:pt x="21101" y="26282"/>
                      <a:pt x="26837" y="20546"/>
                      <a:pt x="26837" y="13468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DF3D7043-05DA-631A-0ABF-EF0C515309CF}"/>
                  </a:ext>
                </a:extLst>
              </p:cNvPr>
              <p:cNvSpPr/>
              <p:nvPr/>
            </p:nvSpPr>
            <p:spPr>
              <a:xfrm flipV="1">
                <a:off x="6134848" y="1673827"/>
                <a:ext cx="40930" cy="40912"/>
              </a:xfrm>
              <a:custGeom>
                <a:avLst/>
                <a:gdLst>
                  <a:gd name="connsiteX0" fmla="*/ 26837 w 25638"/>
                  <a:gd name="connsiteY0" fmla="*/ 13474 h 25627"/>
                  <a:gd name="connsiteX1" fmla="*/ 14034 w 25638"/>
                  <a:gd name="connsiteY1" fmla="*/ 660 h 25627"/>
                  <a:gd name="connsiteX2" fmla="*/ 1199 w 25638"/>
                  <a:gd name="connsiteY2" fmla="*/ 13474 h 25627"/>
                  <a:gd name="connsiteX3" fmla="*/ 14034 w 25638"/>
                  <a:gd name="connsiteY3" fmla="*/ 26287 h 25627"/>
                  <a:gd name="connsiteX4" fmla="*/ 26837 w 25638"/>
                  <a:gd name="connsiteY4" fmla="*/ 13474 h 25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27">
                    <a:moveTo>
                      <a:pt x="26837" y="13474"/>
                    </a:moveTo>
                    <a:cubicBezTo>
                      <a:pt x="26837" y="6385"/>
                      <a:pt x="21101" y="660"/>
                      <a:pt x="14034" y="660"/>
                    </a:cubicBezTo>
                    <a:cubicBezTo>
                      <a:pt x="6945" y="660"/>
                      <a:pt x="1199" y="6385"/>
                      <a:pt x="1199" y="13474"/>
                    </a:cubicBezTo>
                    <a:cubicBezTo>
                      <a:pt x="1199" y="20552"/>
                      <a:pt x="6945" y="26287"/>
                      <a:pt x="14034" y="26287"/>
                    </a:cubicBezTo>
                    <a:cubicBezTo>
                      <a:pt x="21101" y="26287"/>
                      <a:pt x="26837" y="20552"/>
                      <a:pt x="26837" y="13474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AD3FC33B-8E10-8DE4-8A12-ED45BCFC3C1C}"/>
                  </a:ext>
                </a:extLst>
              </p:cNvPr>
              <p:cNvSpPr/>
              <p:nvPr/>
            </p:nvSpPr>
            <p:spPr>
              <a:xfrm flipV="1">
                <a:off x="6069890" y="1636318"/>
                <a:ext cx="40925" cy="40922"/>
              </a:xfrm>
              <a:custGeom>
                <a:avLst/>
                <a:gdLst>
                  <a:gd name="connsiteX0" fmla="*/ 7607 w 25635"/>
                  <a:gd name="connsiteY0" fmla="*/ 24577 h 25633"/>
                  <a:gd name="connsiteX1" fmla="*/ 25113 w 25635"/>
                  <a:gd name="connsiteY1" fmla="*/ 19885 h 25633"/>
                  <a:gd name="connsiteX2" fmla="*/ 20409 w 25635"/>
                  <a:gd name="connsiteY2" fmla="*/ 2378 h 25633"/>
                  <a:gd name="connsiteX3" fmla="*/ 2914 w 25635"/>
                  <a:gd name="connsiteY3" fmla="*/ 7071 h 25633"/>
                  <a:gd name="connsiteX4" fmla="*/ 7607 w 25635"/>
                  <a:gd name="connsiteY4" fmla="*/ 24577 h 2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5" h="25633">
                    <a:moveTo>
                      <a:pt x="7607" y="24577"/>
                    </a:moveTo>
                    <a:cubicBezTo>
                      <a:pt x="13742" y="28105"/>
                      <a:pt x="21574" y="26020"/>
                      <a:pt x="25113" y="19885"/>
                    </a:cubicBezTo>
                    <a:cubicBezTo>
                      <a:pt x="28641" y="13750"/>
                      <a:pt x="26555" y="5906"/>
                      <a:pt x="20409" y="2378"/>
                    </a:cubicBezTo>
                    <a:cubicBezTo>
                      <a:pt x="14297" y="-1161"/>
                      <a:pt x="6453" y="936"/>
                      <a:pt x="2914" y="7071"/>
                    </a:cubicBezTo>
                    <a:cubicBezTo>
                      <a:pt x="-625" y="13217"/>
                      <a:pt x="1461" y="21038"/>
                      <a:pt x="7607" y="24577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8" name="자유형: 도형 67">
                <a:extLst>
                  <a:ext uri="{FF2B5EF4-FFF2-40B4-BE49-F238E27FC236}">
                    <a16:creationId xmlns:a16="http://schemas.microsoft.com/office/drawing/2014/main" id="{C08B5BBE-3B75-CCBD-C71B-7D1AFDFEC985}"/>
                  </a:ext>
                </a:extLst>
              </p:cNvPr>
              <p:cNvSpPr/>
              <p:nvPr/>
            </p:nvSpPr>
            <p:spPr>
              <a:xfrm flipV="1">
                <a:off x="6199821" y="1561300"/>
                <a:ext cx="40930" cy="40930"/>
              </a:xfrm>
              <a:custGeom>
                <a:avLst/>
                <a:gdLst>
                  <a:gd name="connsiteX0" fmla="*/ 7614 w 25638"/>
                  <a:gd name="connsiteY0" fmla="*/ 24572 h 25638"/>
                  <a:gd name="connsiteX1" fmla="*/ 25121 w 25638"/>
                  <a:gd name="connsiteY1" fmla="*/ 19879 h 25638"/>
                  <a:gd name="connsiteX2" fmla="*/ 20428 w 25638"/>
                  <a:gd name="connsiteY2" fmla="*/ 2373 h 25638"/>
                  <a:gd name="connsiteX3" fmla="*/ 2922 w 25638"/>
                  <a:gd name="connsiteY3" fmla="*/ 7065 h 25638"/>
                  <a:gd name="connsiteX4" fmla="*/ 7614 w 25638"/>
                  <a:gd name="connsiteY4" fmla="*/ 24572 h 25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38">
                    <a:moveTo>
                      <a:pt x="7614" y="24572"/>
                    </a:moveTo>
                    <a:cubicBezTo>
                      <a:pt x="13738" y="28111"/>
                      <a:pt x="21582" y="26014"/>
                      <a:pt x="25121" y="19879"/>
                    </a:cubicBezTo>
                    <a:cubicBezTo>
                      <a:pt x="28660" y="13744"/>
                      <a:pt x="26563" y="5912"/>
                      <a:pt x="20428" y="2373"/>
                    </a:cubicBezTo>
                    <a:cubicBezTo>
                      <a:pt x="14315" y="-1166"/>
                      <a:pt x="6461" y="930"/>
                      <a:pt x="2922" y="7065"/>
                    </a:cubicBezTo>
                    <a:cubicBezTo>
                      <a:pt x="-617" y="13200"/>
                      <a:pt x="1479" y="21033"/>
                      <a:pt x="7614" y="2457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F5D0563B-CF2C-425B-E57B-8DD99A35BEC7}"/>
                  </a:ext>
                </a:extLst>
              </p:cNvPr>
              <p:cNvSpPr/>
              <p:nvPr/>
            </p:nvSpPr>
            <p:spPr>
              <a:xfrm flipV="1">
                <a:off x="6199821" y="1636318"/>
                <a:ext cx="40930" cy="40922"/>
              </a:xfrm>
              <a:custGeom>
                <a:avLst/>
                <a:gdLst>
                  <a:gd name="connsiteX0" fmla="*/ 7614 w 25638"/>
                  <a:gd name="connsiteY0" fmla="*/ 2376 h 25633"/>
                  <a:gd name="connsiteX1" fmla="*/ 2922 w 25638"/>
                  <a:gd name="connsiteY1" fmla="*/ 19883 h 25633"/>
                  <a:gd name="connsiteX2" fmla="*/ 20428 w 25638"/>
                  <a:gd name="connsiteY2" fmla="*/ 24575 h 25633"/>
                  <a:gd name="connsiteX3" fmla="*/ 25121 w 25638"/>
                  <a:gd name="connsiteY3" fmla="*/ 7069 h 25633"/>
                  <a:gd name="connsiteX4" fmla="*/ 7614 w 25638"/>
                  <a:gd name="connsiteY4" fmla="*/ 2376 h 2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33">
                    <a:moveTo>
                      <a:pt x="7614" y="2376"/>
                    </a:moveTo>
                    <a:cubicBezTo>
                      <a:pt x="1479" y="5904"/>
                      <a:pt x="-617" y="13748"/>
                      <a:pt x="2922" y="19883"/>
                    </a:cubicBezTo>
                    <a:cubicBezTo>
                      <a:pt x="6461" y="26018"/>
                      <a:pt x="14315" y="28103"/>
                      <a:pt x="20428" y="24575"/>
                    </a:cubicBezTo>
                    <a:cubicBezTo>
                      <a:pt x="26563" y="21036"/>
                      <a:pt x="28660" y="13215"/>
                      <a:pt x="25121" y="7069"/>
                    </a:cubicBezTo>
                    <a:cubicBezTo>
                      <a:pt x="21582" y="934"/>
                      <a:pt x="13738" y="-1163"/>
                      <a:pt x="7614" y="2376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3FA887D4-EAD1-DBC6-7ED3-AFE8DBF40477}"/>
                  </a:ext>
                </a:extLst>
              </p:cNvPr>
              <p:cNvSpPr/>
              <p:nvPr/>
            </p:nvSpPr>
            <p:spPr>
              <a:xfrm flipV="1">
                <a:off x="6069890" y="1561300"/>
                <a:ext cx="40925" cy="40930"/>
              </a:xfrm>
              <a:custGeom>
                <a:avLst/>
                <a:gdLst>
                  <a:gd name="connsiteX0" fmla="*/ 7607 w 25635"/>
                  <a:gd name="connsiteY0" fmla="*/ 2371 h 25638"/>
                  <a:gd name="connsiteX1" fmla="*/ 2914 w 25635"/>
                  <a:gd name="connsiteY1" fmla="*/ 19877 h 25638"/>
                  <a:gd name="connsiteX2" fmla="*/ 20409 w 25635"/>
                  <a:gd name="connsiteY2" fmla="*/ 24570 h 25638"/>
                  <a:gd name="connsiteX3" fmla="*/ 25113 w 25635"/>
                  <a:gd name="connsiteY3" fmla="*/ 7063 h 25638"/>
                  <a:gd name="connsiteX4" fmla="*/ 7607 w 25635"/>
                  <a:gd name="connsiteY4" fmla="*/ 2371 h 25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5" h="25638">
                    <a:moveTo>
                      <a:pt x="7607" y="2371"/>
                    </a:moveTo>
                    <a:cubicBezTo>
                      <a:pt x="1461" y="5910"/>
                      <a:pt x="-625" y="13742"/>
                      <a:pt x="2914" y="19877"/>
                    </a:cubicBezTo>
                    <a:cubicBezTo>
                      <a:pt x="6453" y="26012"/>
                      <a:pt x="14297" y="28109"/>
                      <a:pt x="20409" y="24570"/>
                    </a:cubicBezTo>
                    <a:cubicBezTo>
                      <a:pt x="26555" y="21031"/>
                      <a:pt x="28641" y="13198"/>
                      <a:pt x="25113" y="7063"/>
                    </a:cubicBezTo>
                    <a:cubicBezTo>
                      <a:pt x="21574" y="928"/>
                      <a:pt x="13742" y="-1168"/>
                      <a:pt x="7607" y="237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7B73DD2-8BB8-8E30-3618-C998DD480CE8}"/>
                </a:ext>
              </a:extLst>
            </p:cNvPr>
            <p:cNvGrpSpPr/>
            <p:nvPr/>
          </p:nvGrpSpPr>
          <p:grpSpPr>
            <a:xfrm>
              <a:off x="8791717" y="3642509"/>
              <a:ext cx="398579" cy="398573"/>
              <a:chOff x="1649489" y="1093084"/>
              <a:chExt cx="1050097" cy="1050080"/>
            </a:xfrm>
            <a:solidFill>
              <a:srgbClr val="9D86BE"/>
            </a:solidFill>
          </p:grpSpPr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B45E60F1-FB4A-FF0F-2434-E6DDF6678043}"/>
                  </a:ext>
                </a:extLst>
              </p:cNvPr>
              <p:cNvSpPr/>
              <p:nvPr/>
            </p:nvSpPr>
            <p:spPr>
              <a:xfrm flipV="1">
                <a:off x="2070494" y="1174634"/>
                <a:ext cx="208103" cy="316404"/>
              </a:xfrm>
              <a:custGeom>
                <a:avLst/>
                <a:gdLst>
                  <a:gd name="connsiteX0" fmla="*/ 66075 w 130354"/>
                  <a:gd name="connsiteY0" fmla="*/ 51006 h 198193"/>
                  <a:gd name="connsiteX1" fmla="*/ 81185 w 130354"/>
                  <a:gd name="connsiteY1" fmla="*/ 50130 h 198193"/>
                  <a:gd name="connsiteX2" fmla="*/ 88374 w 130354"/>
                  <a:gd name="connsiteY2" fmla="*/ 95948 h 198193"/>
                  <a:gd name="connsiteX3" fmla="*/ 66075 w 130354"/>
                  <a:gd name="connsiteY3" fmla="*/ 155944 h 198193"/>
                  <a:gd name="connsiteX4" fmla="*/ 43776 w 130354"/>
                  <a:gd name="connsiteY4" fmla="*/ 95948 h 198193"/>
                  <a:gd name="connsiteX5" fmla="*/ 50954 w 130354"/>
                  <a:gd name="connsiteY5" fmla="*/ 50130 h 198193"/>
                  <a:gd name="connsiteX6" fmla="*/ 66075 w 130354"/>
                  <a:gd name="connsiteY6" fmla="*/ 51006 h 198193"/>
                  <a:gd name="connsiteX7" fmla="*/ 105536 w 130354"/>
                  <a:gd name="connsiteY7" fmla="*/ 629 h 198193"/>
                  <a:gd name="connsiteX8" fmla="*/ 88707 w 130354"/>
                  <a:gd name="connsiteY8" fmla="*/ 5144 h 198193"/>
                  <a:gd name="connsiteX9" fmla="*/ 43443 w 130354"/>
                  <a:gd name="connsiteY9" fmla="*/ 5144 h 198193"/>
                  <a:gd name="connsiteX10" fmla="*/ 26614 w 130354"/>
                  <a:gd name="connsiteY10" fmla="*/ 629 h 198193"/>
                  <a:gd name="connsiteX11" fmla="*/ 18748 w 130354"/>
                  <a:gd name="connsiteY11" fmla="*/ 16171 h 198193"/>
                  <a:gd name="connsiteX12" fmla="*/ 898 w 130354"/>
                  <a:gd name="connsiteY12" fmla="*/ 95948 h 198193"/>
                  <a:gd name="connsiteX13" fmla="*/ 66075 w 130354"/>
                  <a:gd name="connsiteY13" fmla="*/ 198823 h 198193"/>
                  <a:gd name="connsiteX14" fmla="*/ 131252 w 130354"/>
                  <a:gd name="connsiteY14" fmla="*/ 95948 h 198193"/>
                  <a:gd name="connsiteX15" fmla="*/ 113402 w 130354"/>
                  <a:gd name="connsiteY15" fmla="*/ 16171 h 19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0354" h="198193">
                    <a:moveTo>
                      <a:pt x="66075" y="51006"/>
                    </a:moveTo>
                    <a:cubicBezTo>
                      <a:pt x="71134" y="51006"/>
                      <a:pt x="76193" y="50718"/>
                      <a:pt x="81185" y="50130"/>
                    </a:cubicBezTo>
                    <a:cubicBezTo>
                      <a:pt x="85866" y="64031"/>
                      <a:pt x="88374" y="79817"/>
                      <a:pt x="88374" y="95948"/>
                    </a:cubicBezTo>
                    <a:cubicBezTo>
                      <a:pt x="88374" y="137184"/>
                      <a:pt x="76814" y="155944"/>
                      <a:pt x="66075" y="155944"/>
                    </a:cubicBezTo>
                    <a:cubicBezTo>
                      <a:pt x="52740" y="155944"/>
                      <a:pt x="43776" y="131837"/>
                      <a:pt x="43776" y="95948"/>
                    </a:cubicBezTo>
                    <a:cubicBezTo>
                      <a:pt x="43776" y="79817"/>
                      <a:pt x="46283" y="64031"/>
                      <a:pt x="50954" y="50130"/>
                    </a:cubicBezTo>
                    <a:cubicBezTo>
                      <a:pt x="55968" y="50718"/>
                      <a:pt x="61016" y="51006"/>
                      <a:pt x="66075" y="51006"/>
                    </a:cubicBezTo>
                    <a:moveTo>
                      <a:pt x="105536" y="629"/>
                    </a:moveTo>
                    <a:lnTo>
                      <a:pt x="88707" y="5144"/>
                    </a:lnTo>
                    <a:cubicBezTo>
                      <a:pt x="73985" y="9116"/>
                      <a:pt x="58176" y="9116"/>
                      <a:pt x="43443" y="5144"/>
                    </a:cubicBezTo>
                    <a:lnTo>
                      <a:pt x="26614" y="629"/>
                    </a:lnTo>
                    <a:lnTo>
                      <a:pt x="18748" y="16171"/>
                    </a:lnTo>
                    <a:cubicBezTo>
                      <a:pt x="7077" y="39247"/>
                      <a:pt x="898" y="66838"/>
                      <a:pt x="898" y="95948"/>
                    </a:cubicBezTo>
                    <a:cubicBezTo>
                      <a:pt x="898" y="191401"/>
                      <a:pt x="50787" y="198823"/>
                      <a:pt x="66075" y="198823"/>
                    </a:cubicBezTo>
                    <a:cubicBezTo>
                      <a:pt x="97582" y="198823"/>
                      <a:pt x="131252" y="171798"/>
                      <a:pt x="131252" y="95948"/>
                    </a:cubicBezTo>
                    <a:cubicBezTo>
                      <a:pt x="131252" y="66838"/>
                      <a:pt x="125061" y="39247"/>
                      <a:pt x="113402" y="16171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DE75DED7-8ABE-8B4C-689C-0C323B7BD3C4}"/>
                  </a:ext>
                </a:extLst>
              </p:cNvPr>
              <p:cNvSpPr/>
              <p:nvPr/>
            </p:nvSpPr>
            <p:spPr>
              <a:xfrm flipV="1">
                <a:off x="2070489" y="1745199"/>
                <a:ext cx="208085" cy="316404"/>
              </a:xfrm>
              <a:custGeom>
                <a:avLst/>
                <a:gdLst>
                  <a:gd name="connsiteX0" fmla="*/ 50952 w 130343"/>
                  <a:gd name="connsiteY0" fmla="*/ 149373 h 198193"/>
                  <a:gd name="connsiteX1" fmla="*/ 43786 w 130343"/>
                  <a:gd name="connsiteY1" fmla="*/ 103555 h 198193"/>
                  <a:gd name="connsiteX2" fmla="*/ 66062 w 130343"/>
                  <a:gd name="connsiteY2" fmla="*/ 43559 h 198193"/>
                  <a:gd name="connsiteX3" fmla="*/ 88372 w 130343"/>
                  <a:gd name="connsiteY3" fmla="*/ 103555 h 198193"/>
                  <a:gd name="connsiteX4" fmla="*/ 81206 w 130343"/>
                  <a:gd name="connsiteY4" fmla="*/ 149373 h 198193"/>
                  <a:gd name="connsiteX5" fmla="*/ 50952 w 130343"/>
                  <a:gd name="connsiteY5" fmla="*/ 149373 h 198193"/>
                  <a:gd name="connsiteX6" fmla="*/ 66062 w 130343"/>
                  <a:gd name="connsiteY6" fmla="*/ 681 h 198193"/>
                  <a:gd name="connsiteX7" fmla="*/ 896 w 130343"/>
                  <a:gd name="connsiteY7" fmla="*/ 103555 h 198193"/>
                  <a:gd name="connsiteX8" fmla="*/ 18758 w 130343"/>
                  <a:gd name="connsiteY8" fmla="*/ 183343 h 198193"/>
                  <a:gd name="connsiteX9" fmla="*/ 26623 w 130343"/>
                  <a:gd name="connsiteY9" fmla="*/ 198874 h 198193"/>
                  <a:gd name="connsiteX10" fmla="*/ 43442 w 130343"/>
                  <a:gd name="connsiteY10" fmla="*/ 194359 h 198193"/>
                  <a:gd name="connsiteX11" fmla="*/ 88694 w 130343"/>
                  <a:gd name="connsiteY11" fmla="*/ 194359 h 198193"/>
                  <a:gd name="connsiteX12" fmla="*/ 105535 w 130343"/>
                  <a:gd name="connsiteY12" fmla="*/ 198874 h 198193"/>
                  <a:gd name="connsiteX13" fmla="*/ 113400 w 130343"/>
                  <a:gd name="connsiteY13" fmla="*/ 183343 h 198193"/>
                  <a:gd name="connsiteX14" fmla="*/ 131239 w 130343"/>
                  <a:gd name="connsiteY14" fmla="*/ 103555 h 198193"/>
                  <a:gd name="connsiteX15" fmla="*/ 66062 w 130343"/>
                  <a:gd name="connsiteY15" fmla="*/ 681 h 19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0343" h="198193">
                    <a:moveTo>
                      <a:pt x="50952" y="149373"/>
                    </a:moveTo>
                    <a:cubicBezTo>
                      <a:pt x="46282" y="135461"/>
                      <a:pt x="43786" y="119686"/>
                      <a:pt x="43786" y="103555"/>
                    </a:cubicBezTo>
                    <a:cubicBezTo>
                      <a:pt x="43786" y="62330"/>
                      <a:pt x="55346" y="43559"/>
                      <a:pt x="66062" y="43559"/>
                    </a:cubicBezTo>
                    <a:cubicBezTo>
                      <a:pt x="79397" y="43559"/>
                      <a:pt x="88372" y="67666"/>
                      <a:pt x="88372" y="103555"/>
                    </a:cubicBezTo>
                    <a:cubicBezTo>
                      <a:pt x="88372" y="119686"/>
                      <a:pt x="85854" y="135461"/>
                      <a:pt x="81206" y="149373"/>
                    </a:cubicBezTo>
                    <a:cubicBezTo>
                      <a:pt x="71166" y="148208"/>
                      <a:pt x="60992" y="148208"/>
                      <a:pt x="50952" y="149373"/>
                    </a:cubicBezTo>
                    <a:moveTo>
                      <a:pt x="66062" y="681"/>
                    </a:moveTo>
                    <a:cubicBezTo>
                      <a:pt x="34556" y="681"/>
                      <a:pt x="896" y="27705"/>
                      <a:pt x="896" y="103555"/>
                    </a:cubicBezTo>
                    <a:cubicBezTo>
                      <a:pt x="896" y="132666"/>
                      <a:pt x="7076" y="160245"/>
                      <a:pt x="18758" y="183343"/>
                    </a:cubicBezTo>
                    <a:lnTo>
                      <a:pt x="26623" y="198874"/>
                    </a:lnTo>
                    <a:lnTo>
                      <a:pt x="43442" y="194359"/>
                    </a:lnTo>
                    <a:cubicBezTo>
                      <a:pt x="58219" y="190387"/>
                      <a:pt x="73928" y="190387"/>
                      <a:pt x="88694" y="194359"/>
                    </a:cubicBezTo>
                    <a:lnTo>
                      <a:pt x="105535" y="198874"/>
                    </a:lnTo>
                    <a:lnTo>
                      <a:pt x="113400" y="183343"/>
                    </a:lnTo>
                    <a:cubicBezTo>
                      <a:pt x="125082" y="160245"/>
                      <a:pt x="131239" y="132666"/>
                      <a:pt x="131239" y="103555"/>
                    </a:cubicBezTo>
                    <a:cubicBezTo>
                      <a:pt x="131239" y="8102"/>
                      <a:pt x="81350" y="681"/>
                      <a:pt x="66062" y="68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456F8006-0ED2-E9AF-5348-332C2349F895}"/>
                  </a:ext>
                </a:extLst>
              </p:cNvPr>
              <p:cNvSpPr/>
              <p:nvPr/>
            </p:nvSpPr>
            <p:spPr>
              <a:xfrm flipV="1">
                <a:off x="2301635" y="1514083"/>
                <a:ext cx="316404" cy="208085"/>
              </a:xfrm>
              <a:custGeom>
                <a:avLst/>
                <a:gdLst>
                  <a:gd name="connsiteX0" fmla="*/ 50405 w 198193"/>
                  <a:gd name="connsiteY0" fmla="*/ 50698 h 130343"/>
                  <a:gd name="connsiteX1" fmla="*/ 96223 w 198193"/>
                  <a:gd name="connsiteY1" fmla="*/ 43531 h 130343"/>
                  <a:gd name="connsiteX2" fmla="*/ 156230 w 198193"/>
                  <a:gd name="connsiteY2" fmla="*/ 65819 h 130343"/>
                  <a:gd name="connsiteX3" fmla="*/ 96223 w 198193"/>
                  <a:gd name="connsiteY3" fmla="*/ 88118 h 130343"/>
                  <a:gd name="connsiteX4" fmla="*/ 50405 w 198193"/>
                  <a:gd name="connsiteY4" fmla="*/ 80962 h 130343"/>
                  <a:gd name="connsiteX5" fmla="*/ 51292 w 198193"/>
                  <a:gd name="connsiteY5" fmla="*/ 65819 h 130343"/>
                  <a:gd name="connsiteX6" fmla="*/ 50405 w 198193"/>
                  <a:gd name="connsiteY6" fmla="*/ 50698 h 130343"/>
                  <a:gd name="connsiteX7" fmla="*/ 96223 w 198193"/>
                  <a:gd name="connsiteY7" fmla="*/ 653 h 130343"/>
                  <a:gd name="connsiteX8" fmla="*/ 16446 w 198193"/>
                  <a:gd name="connsiteY8" fmla="*/ 18503 h 130343"/>
                  <a:gd name="connsiteX9" fmla="*/ 915 w 198193"/>
                  <a:gd name="connsiteY9" fmla="*/ 26369 h 130343"/>
                  <a:gd name="connsiteX10" fmla="*/ 5419 w 198193"/>
                  <a:gd name="connsiteY10" fmla="*/ 43176 h 130343"/>
                  <a:gd name="connsiteX11" fmla="*/ 8403 w 198193"/>
                  <a:gd name="connsiteY11" fmla="*/ 65819 h 130343"/>
                  <a:gd name="connsiteX12" fmla="*/ 5419 w 198193"/>
                  <a:gd name="connsiteY12" fmla="*/ 88473 h 130343"/>
                  <a:gd name="connsiteX13" fmla="*/ 915 w 198193"/>
                  <a:gd name="connsiteY13" fmla="*/ 105303 h 130343"/>
                  <a:gd name="connsiteX14" fmla="*/ 16457 w 198193"/>
                  <a:gd name="connsiteY14" fmla="*/ 113157 h 130343"/>
                  <a:gd name="connsiteX15" fmla="*/ 96223 w 198193"/>
                  <a:gd name="connsiteY15" fmla="*/ 130996 h 130343"/>
                  <a:gd name="connsiteX16" fmla="*/ 199109 w 198193"/>
                  <a:gd name="connsiteY16" fmla="*/ 65819 h 130343"/>
                  <a:gd name="connsiteX17" fmla="*/ 96223 w 198193"/>
                  <a:gd name="connsiteY17" fmla="*/ 653 h 13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193" h="130343">
                    <a:moveTo>
                      <a:pt x="50405" y="50698"/>
                    </a:moveTo>
                    <a:cubicBezTo>
                      <a:pt x="64306" y="46039"/>
                      <a:pt x="80092" y="43531"/>
                      <a:pt x="96223" y="43531"/>
                    </a:cubicBezTo>
                    <a:cubicBezTo>
                      <a:pt x="137448" y="43531"/>
                      <a:pt x="156230" y="55091"/>
                      <a:pt x="156230" y="65819"/>
                    </a:cubicBezTo>
                    <a:cubicBezTo>
                      <a:pt x="156230" y="79154"/>
                      <a:pt x="132112" y="88118"/>
                      <a:pt x="96223" y="88118"/>
                    </a:cubicBezTo>
                    <a:cubicBezTo>
                      <a:pt x="80104" y="88118"/>
                      <a:pt x="64317" y="85611"/>
                      <a:pt x="50405" y="80962"/>
                    </a:cubicBezTo>
                    <a:cubicBezTo>
                      <a:pt x="50993" y="75926"/>
                      <a:pt x="51292" y="70878"/>
                      <a:pt x="51292" y="65819"/>
                    </a:cubicBezTo>
                    <a:cubicBezTo>
                      <a:pt x="51292" y="60760"/>
                      <a:pt x="50993" y="55713"/>
                      <a:pt x="50405" y="50698"/>
                    </a:cubicBezTo>
                    <a:moveTo>
                      <a:pt x="96223" y="653"/>
                    </a:moveTo>
                    <a:cubicBezTo>
                      <a:pt x="67101" y="653"/>
                      <a:pt x="39533" y="6833"/>
                      <a:pt x="16446" y="18503"/>
                    </a:cubicBezTo>
                    <a:lnTo>
                      <a:pt x="915" y="26369"/>
                    </a:lnTo>
                    <a:lnTo>
                      <a:pt x="5419" y="43176"/>
                    </a:lnTo>
                    <a:cubicBezTo>
                      <a:pt x="7405" y="50565"/>
                      <a:pt x="8403" y="58187"/>
                      <a:pt x="8403" y="65819"/>
                    </a:cubicBezTo>
                    <a:cubicBezTo>
                      <a:pt x="8403" y="73463"/>
                      <a:pt x="7405" y="81085"/>
                      <a:pt x="5419" y="88473"/>
                    </a:cubicBezTo>
                    <a:lnTo>
                      <a:pt x="915" y="105303"/>
                    </a:lnTo>
                    <a:lnTo>
                      <a:pt x="16457" y="113157"/>
                    </a:lnTo>
                    <a:cubicBezTo>
                      <a:pt x="39544" y="124828"/>
                      <a:pt x="67135" y="130996"/>
                      <a:pt x="96223" y="130996"/>
                    </a:cubicBezTo>
                    <a:cubicBezTo>
                      <a:pt x="191687" y="130996"/>
                      <a:pt x="199109" y="81107"/>
                      <a:pt x="199109" y="65819"/>
                    </a:cubicBezTo>
                    <a:cubicBezTo>
                      <a:pt x="199109" y="34312"/>
                      <a:pt x="172073" y="653"/>
                      <a:pt x="96223" y="65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044B6A0-2269-A1C2-A3EB-9688F12C0E49}"/>
                  </a:ext>
                </a:extLst>
              </p:cNvPr>
              <p:cNvSpPr/>
              <p:nvPr/>
            </p:nvSpPr>
            <p:spPr>
              <a:xfrm flipV="1">
                <a:off x="1731072" y="1514081"/>
                <a:ext cx="316369" cy="208085"/>
              </a:xfrm>
              <a:custGeom>
                <a:avLst/>
                <a:gdLst>
                  <a:gd name="connsiteX0" fmla="*/ 103740 w 198171"/>
                  <a:gd name="connsiteY0" fmla="*/ 88121 h 130343"/>
                  <a:gd name="connsiteX1" fmla="*/ 43744 w 198171"/>
                  <a:gd name="connsiteY1" fmla="*/ 65823 h 130343"/>
                  <a:gd name="connsiteX2" fmla="*/ 103740 w 198171"/>
                  <a:gd name="connsiteY2" fmla="*/ 43535 h 130343"/>
                  <a:gd name="connsiteX3" fmla="*/ 149558 w 198171"/>
                  <a:gd name="connsiteY3" fmla="*/ 50702 h 130343"/>
                  <a:gd name="connsiteX4" fmla="*/ 148682 w 198171"/>
                  <a:gd name="connsiteY4" fmla="*/ 65823 h 130343"/>
                  <a:gd name="connsiteX5" fmla="*/ 149558 w 198171"/>
                  <a:gd name="connsiteY5" fmla="*/ 80955 h 130343"/>
                  <a:gd name="connsiteX6" fmla="*/ 103740 w 198171"/>
                  <a:gd name="connsiteY6" fmla="*/ 88121 h 130343"/>
                  <a:gd name="connsiteX7" fmla="*/ 103740 w 198171"/>
                  <a:gd name="connsiteY7" fmla="*/ 657 h 130343"/>
                  <a:gd name="connsiteX8" fmla="*/ 877 w 198171"/>
                  <a:gd name="connsiteY8" fmla="*/ 65823 h 130343"/>
                  <a:gd name="connsiteX9" fmla="*/ 103740 w 198171"/>
                  <a:gd name="connsiteY9" fmla="*/ 131000 h 130343"/>
                  <a:gd name="connsiteX10" fmla="*/ 183506 w 198171"/>
                  <a:gd name="connsiteY10" fmla="*/ 113161 h 130343"/>
                  <a:gd name="connsiteX11" fmla="*/ 199048 w 198171"/>
                  <a:gd name="connsiteY11" fmla="*/ 105306 h 130343"/>
                  <a:gd name="connsiteX12" fmla="*/ 194555 w 198171"/>
                  <a:gd name="connsiteY12" fmla="*/ 88476 h 130343"/>
                  <a:gd name="connsiteX13" fmla="*/ 191560 w 198171"/>
                  <a:gd name="connsiteY13" fmla="*/ 65823 h 130343"/>
                  <a:gd name="connsiteX14" fmla="*/ 194555 w 198171"/>
                  <a:gd name="connsiteY14" fmla="*/ 43180 h 130343"/>
                  <a:gd name="connsiteX15" fmla="*/ 199048 w 198171"/>
                  <a:gd name="connsiteY15" fmla="*/ 26384 h 130343"/>
                  <a:gd name="connsiteX16" fmla="*/ 183517 w 198171"/>
                  <a:gd name="connsiteY16" fmla="*/ 18518 h 130343"/>
                  <a:gd name="connsiteX17" fmla="*/ 103740 w 198171"/>
                  <a:gd name="connsiteY17" fmla="*/ 657 h 13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171" h="130343">
                    <a:moveTo>
                      <a:pt x="103740" y="88121"/>
                    </a:moveTo>
                    <a:cubicBezTo>
                      <a:pt x="62515" y="88121"/>
                      <a:pt x="43744" y="76562"/>
                      <a:pt x="43744" y="65823"/>
                    </a:cubicBezTo>
                    <a:cubicBezTo>
                      <a:pt x="43744" y="52499"/>
                      <a:pt x="67862" y="43535"/>
                      <a:pt x="103740" y="43535"/>
                    </a:cubicBezTo>
                    <a:cubicBezTo>
                      <a:pt x="119871" y="43535"/>
                      <a:pt x="135657" y="46042"/>
                      <a:pt x="149558" y="50702"/>
                    </a:cubicBezTo>
                    <a:cubicBezTo>
                      <a:pt x="148981" y="55716"/>
                      <a:pt x="148682" y="60764"/>
                      <a:pt x="148682" y="65823"/>
                    </a:cubicBezTo>
                    <a:cubicBezTo>
                      <a:pt x="148682" y="70881"/>
                      <a:pt x="148981" y="75929"/>
                      <a:pt x="149558" y="80955"/>
                    </a:cubicBezTo>
                    <a:cubicBezTo>
                      <a:pt x="135646" y="85614"/>
                      <a:pt x="119859" y="88121"/>
                      <a:pt x="103740" y="88121"/>
                    </a:cubicBezTo>
                    <a:moveTo>
                      <a:pt x="103740" y="657"/>
                    </a:moveTo>
                    <a:cubicBezTo>
                      <a:pt x="8287" y="657"/>
                      <a:pt x="877" y="50535"/>
                      <a:pt x="877" y="65823"/>
                    </a:cubicBezTo>
                    <a:cubicBezTo>
                      <a:pt x="877" y="97329"/>
                      <a:pt x="27890" y="131000"/>
                      <a:pt x="103740" y="131000"/>
                    </a:cubicBezTo>
                    <a:cubicBezTo>
                      <a:pt x="132839" y="131000"/>
                      <a:pt x="160419" y="124843"/>
                      <a:pt x="183506" y="113161"/>
                    </a:cubicBezTo>
                    <a:lnTo>
                      <a:pt x="199048" y="105306"/>
                    </a:lnTo>
                    <a:lnTo>
                      <a:pt x="194555" y="88476"/>
                    </a:lnTo>
                    <a:cubicBezTo>
                      <a:pt x="192558" y="81088"/>
                      <a:pt x="191560" y="73466"/>
                      <a:pt x="191560" y="65823"/>
                    </a:cubicBezTo>
                    <a:cubicBezTo>
                      <a:pt x="191560" y="58190"/>
                      <a:pt x="192558" y="50568"/>
                      <a:pt x="194555" y="43180"/>
                    </a:cubicBezTo>
                    <a:lnTo>
                      <a:pt x="199048" y="26384"/>
                    </a:lnTo>
                    <a:lnTo>
                      <a:pt x="183517" y="18518"/>
                    </a:lnTo>
                    <a:cubicBezTo>
                      <a:pt x="160441" y="6836"/>
                      <a:pt x="132862" y="657"/>
                      <a:pt x="103740" y="657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4121A439-FB37-2AF8-7B2C-55B0A88DD420}"/>
                  </a:ext>
                </a:extLst>
              </p:cNvPr>
              <p:cNvSpPr/>
              <p:nvPr/>
            </p:nvSpPr>
            <p:spPr>
              <a:xfrm flipV="1">
                <a:off x="2219880" y="1278899"/>
                <a:ext cx="293403" cy="293899"/>
              </a:xfrm>
              <a:custGeom>
                <a:avLst/>
                <a:gdLst>
                  <a:gd name="connsiteX0" fmla="*/ 53095 w 183785"/>
                  <a:gd name="connsiteY0" fmla="*/ 74203 h 184096"/>
                  <a:gd name="connsiteX1" fmla="*/ 74473 w 183785"/>
                  <a:gd name="connsiteY1" fmla="*/ 52836 h 184096"/>
                  <a:gd name="connsiteX2" fmla="*/ 111970 w 183785"/>
                  <a:gd name="connsiteY2" fmla="*/ 80171 h 184096"/>
                  <a:gd name="connsiteX3" fmla="*/ 138629 w 183785"/>
                  <a:gd name="connsiteY3" fmla="*/ 138370 h 184096"/>
                  <a:gd name="connsiteX4" fmla="*/ 80430 w 183785"/>
                  <a:gd name="connsiteY4" fmla="*/ 111711 h 184096"/>
                  <a:gd name="connsiteX5" fmla="*/ 53095 w 183785"/>
                  <a:gd name="connsiteY5" fmla="*/ 74203 h 184096"/>
                  <a:gd name="connsiteX6" fmla="*/ 56689 w 183785"/>
                  <a:gd name="connsiteY6" fmla="*/ 638 h 184096"/>
                  <a:gd name="connsiteX7" fmla="*/ 47991 w 183785"/>
                  <a:gd name="connsiteY7" fmla="*/ 15726 h 184096"/>
                  <a:gd name="connsiteX8" fmla="*/ 15963 w 183785"/>
                  <a:gd name="connsiteY8" fmla="*/ 47710 h 184096"/>
                  <a:gd name="connsiteX9" fmla="*/ 909 w 183785"/>
                  <a:gd name="connsiteY9" fmla="*/ 56408 h 184096"/>
                  <a:gd name="connsiteX10" fmla="*/ 6323 w 183785"/>
                  <a:gd name="connsiteY10" fmla="*/ 72960 h 184096"/>
                  <a:gd name="connsiteX11" fmla="*/ 50110 w 183785"/>
                  <a:gd name="connsiteY11" fmla="*/ 142020 h 184096"/>
                  <a:gd name="connsiteX12" fmla="*/ 168938 w 183785"/>
                  <a:gd name="connsiteY12" fmla="*/ 168690 h 184096"/>
                  <a:gd name="connsiteX13" fmla="*/ 142290 w 183785"/>
                  <a:gd name="connsiteY13" fmla="*/ 49862 h 184096"/>
                  <a:gd name="connsiteX14" fmla="*/ 73219 w 183785"/>
                  <a:gd name="connsiteY14" fmla="*/ 6063 h 18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3785" h="184096">
                    <a:moveTo>
                      <a:pt x="53095" y="74203"/>
                    </a:moveTo>
                    <a:cubicBezTo>
                      <a:pt x="61016" y="67934"/>
                      <a:pt x="68182" y="60757"/>
                      <a:pt x="74473" y="52836"/>
                    </a:cubicBezTo>
                    <a:cubicBezTo>
                      <a:pt x="87608" y="59370"/>
                      <a:pt x="100544" y="68767"/>
                      <a:pt x="111970" y="80171"/>
                    </a:cubicBezTo>
                    <a:cubicBezTo>
                      <a:pt x="141125" y="109326"/>
                      <a:pt x="146229" y="130782"/>
                      <a:pt x="138629" y="138370"/>
                    </a:cubicBezTo>
                    <a:cubicBezTo>
                      <a:pt x="129199" y="147767"/>
                      <a:pt x="105813" y="137072"/>
                      <a:pt x="80430" y="111711"/>
                    </a:cubicBezTo>
                    <a:cubicBezTo>
                      <a:pt x="69026" y="100307"/>
                      <a:pt x="59629" y="87371"/>
                      <a:pt x="53095" y="74203"/>
                    </a:cubicBezTo>
                    <a:moveTo>
                      <a:pt x="56689" y="638"/>
                    </a:moveTo>
                    <a:lnTo>
                      <a:pt x="47991" y="15726"/>
                    </a:lnTo>
                    <a:cubicBezTo>
                      <a:pt x="40326" y="28984"/>
                      <a:pt x="29254" y="40055"/>
                      <a:pt x="15963" y="47710"/>
                    </a:cubicBezTo>
                    <a:lnTo>
                      <a:pt x="909" y="56408"/>
                    </a:lnTo>
                    <a:lnTo>
                      <a:pt x="6323" y="72960"/>
                    </a:lnTo>
                    <a:cubicBezTo>
                      <a:pt x="14388" y="97544"/>
                      <a:pt x="29520" y="121441"/>
                      <a:pt x="50110" y="142020"/>
                    </a:cubicBezTo>
                    <a:cubicBezTo>
                      <a:pt x="117595" y="209505"/>
                      <a:pt x="158143" y="179518"/>
                      <a:pt x="168938" y="168690"/>
                    </a:cubicBezTo>
                    <a:cubicBezTo>
                      <a:pt x="191226" y="146402"/>
                      <a:pt x="195918" y="103491"/>
                      <a:pt x="142290" y="49862"/>
                    </a:cubicBezTo>
                    <a:cubicBezTo>
                      <a:pt x="121700" y="29261"/>
                      <a:pt x="97803" y="14118"/>
                      <a:pt x="73219" y="6063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6640821E-073A-F011-CD16-C6981709D168}"/>
                  </a:ext>
                </a:extLst>
              </p:cNvPr>
              <p:cNvSpPr/>
              <p:nvPr/>
            </p:nvSpPr>
            <p:spPr>
              <a:xfrm flipV="1">
                <a:off x="1835823" y="1663446"/>
                <a:ext cx="293392" cy="294000"/>
              </a:xfrm>
              <a:custGeom>
                <a:avLst/>
                <a:gdLst>
                  <a:gd name="connsiteX0" fmla="*/ 111100 w 183778"/>
                  <a:gd name="connsiteY0" fmla="*/ 132635 h 184159"/>
                  <a:gd name="connsiteX1" fmla="*/ 73602 w 183778"/>
                  <a:gd name="connsiteY1" fmla="*/ 105300 h 184159"/>
                  <a:gd name="connsiteX2" fmla="*/ 46943 w 183778"/>
                  <a:gd name="connsiteY2" fmla="*/ 47101 h 184159"/>
                  <a:gd name="connsiteX3" fmla="*/ 62452 w 183778"/>
                  <a:gd name="connsiteY3" fmla="*/ 44527 h 184159"/>
                  <a:gd name="connsiteX4" fmla="*/ 105120 w 183778"/>
                  <a:gd name="connsiteY4" fmla="*/ 73760 h 184159"/>
                  <a:gd name="connsiteX5" fmla="*/ 132467 w 183778"/>
                  <a:gd name="connsiteY5" fmla="*/ 111268 h 184159"/>
                  <a:gd name="connsiteX6" fmla="*/ 111100 w 183778"/>
                  <a:gd name="connsiteY6" fmla="*/ 132635 h 184159"/>
                  <a:gd name="connsiteX7" fmla="*/ 55774 w 183778"/>
                  <a:gd name="connsiteY7" fmla="*/ 673 h 184159"/>
                  <a:gd name="connsiteX8" fmla="*/ 16623 w 183778"/>
                  <a:gd name="connsiteY8" fmla="*/ 16792 h 184159"/>
                  <a:gd name="connsiteX9" fmla="*/ 43293 w 183778"/>
                  <a:gd name="connsiteY9" fmla="*/ 135631 h 184159"/>
                  <a:gd name="connsiteX10" fmla="*/ 112331 w 183778"/>
                  <a:gd name="connsiteY10" fmla="*/ 179408 h 184159"/>
                  <a:gd name="connsiteX11" fmla="*/ 128883 w 183778"/>
                  <a:gd name="connsiteY11" fmla="*/ 184833 h 184159"/>
                  <a:gd name="connsiteX12" fmla="*/ 137592 w 183778"/>
                  <a:gd name="connsiteY12" fmla="*/ 169767 h 184159"/>
                  <a:gd name="connsiteX13" fmla="*/ 169598 w 183778"/>
                  <a:gd name="connsiteY13" fmla="*/ 137739 h 184159"/>
                  <a:gd name="connsiteX14" fmla="*/ 184664 w 183778"/>
                  <a:gd name="connsiteY14" fmla="*/ 129030 h 184159"/>
                  <a:gd name="connsiteX15" fmla="*/ 179250 w 183778"/>
                  <a:gd name="connsiteY15" fmla="*/ 112511 h 184159"/>
                  <a:gd name="connsiteX16" fmla="*/ 135440 w 183778"/>
                  <a:gd name="connsiteY16" fmla="*/ 43451 h 184159"/>
                  <a:gd name="connsiteX17" fmla="*/ 73435 w 183778"/>
                  <a:gd name="connsiteY17" fmla="*/ 3080 h 184159"/>
                  <a:gd name="connsiteX18" fmla="*/ 55774 w 183778"/>
                  <a:gd name="connsiteY18" fmla="*/ 673 h 18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3778" h="184159">
                    <a:moveTo>
                      <a:pt x="111100" y="132635"/>
                    </a:moveTo>
                    <a:cubicBezTo>
                      <a:pt x="97953" y="126112"/>
                      <a:pt x="85007" y="116705"/>
                      <a:pt x="73602" y="105300"/>
                    </a:cubicBezTo>
                    <a:cubicBezTo>
                      <a:pt x="44447" y="76145"/>
                      <a:pt x="39344" y="54700"/>
                      <a:pt x="46943" y="47101"/>
                    </a:cubicBezTo>
                    <a:cubicBezTo>
                      <a:pt x="48518" y="45503"/>
                      <a:pt x="52235" y="41798"/>
                      <a:pt x="62452" y="44527"/>
                    </a:cubicBezTo>
                    <a:cubicBezTo>
                      <a:pt x="70795" y="46735"/>
                      <a:pt x="84984" y="53602"/>
                      <a:pt x="105120" y="73760"/>
                    </a:cubicBezTo>
                    <a:cubicBezTo>
                      <a:pt x="116536" y="85175"/>
                      <a:pt x="125932" y="98122"/>
                      <a:pt x="132467" y="111268"/>
                    </a:cubicBezTo>
                    <a:cubicBezTo>
                      <a:pt x="124545" y="117548"/>
                      <a:pt x="117368" y="124714"/>
                      <a:pt x="111100" y="132635"/>
                    </a:cubicBezTo>
                    <a:moveTo>
                      <a:pt x="55774" y="673"/>
                    </a:moveTo>
                    <a:cubicBezTo>
                      <a:pt x="40764" y="673"/>
                      <a:pt x="27240" y="6164"/>
                      <a:pt x="16623" y="16792"/>
                    </a:cubicBezTo>
                    <a:cubicBezTo>
                      <a:pt x="-5642" y="39069"/>
                      <a:pt x="-10335" y="82003"/>
                      <a:pt x="43293" y="135631"/>
                    </a:cubicBezTo>
                    <a:cubicBezTo>
                      <a:pt x="63872" y="156210"/>
                      <a:pt x="87758" y="171353"/>
                      <a:pt x="112331" y="179408"/>
                    </a:cubicBezTo>
                    <a:lnTo>
                      <a:pt x="128883" y="184833"/>
                    </a:lnTo>
                    <a:lnTo>
                      <a:pt x="137592" y="169767"/>
                    </a:lnTo>
                    <a:cubicBezTo>
                      <a:pt x="145247" y="156487"/>
                      <a:pt x="156319" y="145416"/>
                      <a:pt x="169598" y="137739"/>
                    </a:cubicBezTo>
                    <a:lnTo>
                      <a:pt x="184664" y="129030"/>
                    </a:lnTo>
                    <a:lnTo>
                      <a:pt x="179250" y="112511"/>
                    </a:lnTo>
                    <a:cubicBezTo>
                      <a:pt x="171173" y="87916"/>
                      <a:pt x="156030" y="64030"/>
                      <a:pt x="135440" y="43451"/>
                    </a:cubicBezTo>
                    <a:cubicBezTo>
                      <a:pt x="113840" y="21840"/>
                      <a:pt x="92983" y="8261"/>
                      <a:pt x="73435" y="3080"/>
                    </a:cubicBezTo>
                    <a:cubicBezTo>
                      <a:pt x="67389" y="1471"/>
                      <a:pt x="61465" y="673"/>
                      <a:pt x="55774" y="67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07E58759-3591-3E33-40CB-CD7F35378372}"/>
                  </a:ext>
                </a:extLst>
              </p:cNvPr>
              <p:cNvSpPr/>
              <p:nvPr/>
            </p:nvSpPr>
            <p:spPr>
              <a:xfrm flipV="1">
                <a:off x="2219880" y="1663440"/>
                <a:ext cx="293883" cy="293416"/>
              </a:xfrm>
              <a:custGeom>
                <a:avLst/>
                <a:gdLst>
                  <a:gd name="connsiteX0" fmla="*/ 53095 w 184086"/>
                  <a:gd name="connsiteY0" fmla="*/ 110900 h 183793"/>
                  <a:gd name="connsiteX1" fmla="*/ 80430 w 184086"/>
                  <a:gd name="connsiteY1" fmla="*/ 73392 h 183793"/>
                  <a:gd name="connsiteX2" fmla="*/ 138629 w 184086"/>
                  <a:gd name="connsiteY2" fmla="*/ 46733 h 183793"/>
                  <a:gd name="connsiteX3" fmla="*/ 111970 w 184086"/>
                  <a:gd name="connsiteY3" fmla="*/ 104932 h 183793"/>
                  <a:gd name="connsiteX4" fmla="*/ 74473 w 184086"/>
                  <a:gd name="connsiteY4" fmla="*/ 132267 h 183793"/>
                  <a:gd name="connsiteX5" fmla="*/ 53095 w 184086"/>
                  <a:gd name="connsiteY5" fmla="*/ 110900 h 183793"/>
                  <a:gd name="connsiteX6" fmla="*/ 130153 w 184086"/>
                  <a:gd name="connsiteY6" fmla="*/ 671 h 183793"/>
                  <a:gd name="connsiteX7" fmla="*/ 50110 w 184086"/>
                  <a:gd name="connsiteY7" fmla="*/ 43083 h 183793"/>
                  <a:gd name="connsiteX8" fmla="*/ 6323 w 184086"/>
                  <a:gd name="connsiteY8" fmla="*/ 112132 h 183793"/>
                  <a:gd name="connsiteX9" fmla="*/ 909 w 184086"/>
                  <a:gd name="connsiteY9" fmla="*/ 128673 h 183793"/>
                  <a:gd name="connsiteX10" fmla="*/ 15963 w 184086"/>
                  <a:gd name="connsiteY10" fmla="*/ 137371 h 183793"/>
                  <a:gd name="connsiteX11" fmla="*/ 47991 w 184086"/>
                  <a:gd name="connsiteY11" fmla="*/ 169388 h 183793"/>
                  <a:gd name="connsiteX12" fmla="*/ 56689 w 184086"/>
                  <a:gd name="connsiteY12" fmla="*/ 184465 h 183793"/>
                  <a:gd name="connsiteX13" fmla="*/ 73219 w 184086"/>
                  <a:gd name="connsiteY13" fmla="*/ 179040 h 183793"/>
                  <a:gd name="connsiteX14" fmla="*/ 142290 w 184086"/>
                  <a:gd name="connsiteY14" fmla="*/ 135241 h 183793"/>
                  <a:gd name="connsiteX15" fmla="*/ 168938 w 184086"/>
                  <a:gd name="connsiteY15" fmla="*/ 16413 h 183793"/>
                  <a:gd name="connsiteX16" fmla="*/ 130153 w 184086"/>
                  <a:gd name="connsiteY16" fmla="*/ 671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4086" h="183793">
                    <a:moveTo>
                      <a:pt x="53095" y="110900"/>
                    </a:moveTo>
                    <a:cubicBezTo>
                      <a:pt x="59629" y="97743"/>
                      <a:pt x="69026" y="84807"/>
                      <a:pt x="80430" y="73392"/>
                    </a:cubicBezTo>
                    <a:cubicBezTo>
                      <a:pt x="109585" y="44248"/>
                      <a:pt x="131019" y="39145"/>
                      <a:pt x="138629" y="46733"/>
                    </a:cubicBezTo>
                    <a:cubicBezTo>
                      <a:pt x="148059" y="56163"/>
                      <a:pt x="137342" y="79549"/>
                      <a:pt x="111970" y="104932"/>
                    </a:cubicBezTo>
                    <a:cubicBezTo>
                      <a:pt x="100544" y="116336"/>
                      <a:pt x="87608" y="125744"/>
                      <a:pt x="74473" y="132267"/>
                    </a:cubicBezTo>
                    <a:cubicBezTo>
                      <a:pt x="68182" y="124346"/>
                      <a:pt x="61016" y="117168"/>
                      <a:pt x="53095" y="110900"/>
                    </a:cubicBezTo>
                    <a:moveTo>
                      <a:pt x="130153" y="671"/>
                    </a:moveTo>
                    <a:cubicBezTo>
                      <a:pt x="108298" y="671"/>
                      <a:pt x="80985" y="12208"/>
                      <a:pt x="50110" y="43083"/>
                    </a:cubicBezTo>
                    <a:cubicBezTo>
                      <a:pt x="29531" y="63662"/>
                      <a:pt x="14388" y="87559"/>
                      <a:pt x="6323" y="112132"/>
                    </a:cubicBezTo>
                    <a:lnTo>
                      <a:pt x="909" y="128673"/>
                    </a:lnTo>
                    <a:lnTo>
                      <a:pt x="15963" y="137371"/>
                    </a:lnTo>
                    <a:cubicBezTo>
                      <a:pt x="29254" y="145048"/>
                      <a:pt x="40326" y="156119"/>
                      <a:pt x="47991" y="169388"/>
                    </a:cubicBezTo>
                    <a:lnTo>
                      <a:pt x="56689" y="184465"/>
                    </a:lnTo>
                    <a:lnTo>
                      <a:pt x="73219" y="179040"/>
                    </a:lnTo>
                    <a:cubicBezTo>
                      <a:pt x="97803" y="170985"/>
                      <a:pt x="121700" y="155842"/>
                      <a:pt x="142290" y="135241"/>
                    </a:cubicBezTo>
                    <a:cubicBezTo>
                      <a:pt x="209786" y="67734"/>
                      <a:pt x="179755" y="27230"/>
                      <a:pt x="168938" y="16413"/>
                    </a:cubicBezTo>
                    <a:cubicBezTo>
                      <a:pt x="159486" y="6961"/>
                      <a:pt x="146295" y="671"/>
                      <a:pt x="130153" y="67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709E0517-88BD-0373-EFF5-D57F1F51F005}"/>
                  </a:ext>
                </a:extLst>
              </p:cNvPr>
              <p:cNvSpPr/>
              <p:nvPr/>
            </p:nvSpPr>
            <p:spPr>
              <a:xfrm flipV="1">
                <a:off x="1835323" y="1279380"/>
                <a:ext cx="293899" cy="293412"/>
              </a:xfrm>
              <a:custGeom>
                <a:avLst/>
                <a:gdLst>
                  <a:gd name="connsiteX0" fmla="*/ 56176 w 184096"/>
                  <a:gd name="connsiteY0" fmla="*/ 141516 h 183791"/>
                  <a:gd name="connsiteX1" fmla="*/ 47245 w 184096"/>
                  <a:gd name="connsiteY1" fmla="*/ 138376 h 183791"/>
                  <a:gd name="connsiteX2" fmla="*/ 44660 w 184096"/>
                  <a:gd name="connsiteY2" fmla="*/ 122856 h 183791"/>
                  <a:gd name="connsiteX3" fmla="*/ 73915 w 184096"/>
                  <a:gd name="connsiteY3" fmla="*/ 80177 h 183791"/>
                  <a:gd name="connsiteX4" fmla="*/ 111413 w 184096"/>
                  <a:gd name="connsiteY4" fmla="*/ 52842 h 183791"/>
                  <a:gd name="connsiteX5" fmla="*/ 132780 w 184096"/>
                  <a:gd name="connsiteY5" fmla="*/ 74209 h 183791"/>
                  <a:gd name="connsiteX6" fmla="*/ 105433 w 184096"/>
                  <a:gd name="connsiteY6" fmla="*/ 111706 h 183791"/>
                  <a:gd name="connsiteX7" fmla="*/ 56176 w 184096"/>
                  <a:gd name="connsiteY7" fmla="*/ 141516 h 183791"/>
                  <a:gd name="connsiteX8" fmla="*/ 129185 w 184096"/>
                  <a:gd name="connsiteY8" fmla="*/ 645 h 183791"/>
                  <a:gd name="connsiteX9" fmla="*/ 112644 w 184096"/>
                  <a:gd name="connsiteY9" fmla="*/ 6070 h 183791"/>
                  <a:gd name="connsiteX10" fmla="*/ 43595 w 184096"/>
                  <a:gd name="connsiteY10" fmla="*/ 49857 h 183791"/>
                  <a:gd name="connsiteX11" fmla="*/ 16926 w 184096"/>
                  <a:gd name="connsiteY11" fmla="*/ 168685 h 183791"/>
                  <a:gd name="connsiteX12" fmla="*/ 135753 w 184096"/>
                  <a:gd name="connsiteY12" fmla="*/ 142026 h 183791"/>
                  <a:gd name="connsiteX13" fmla="*/ 179552 w 184096"/>
                  <a:gd name="connsiteY13" fmla="*/ 72966 h 183791"/>
                  <a:gd name="connsiteX14" fmla="*/ 184977 w 184096"/>
                  <a:gd name="connsiteY14" fmla="*/ 56425 h 183791"/>
                  <a:gd name="connsiteX15" fmla="*/ 169900 w 184096"/>
                  <a:gd name="connsiteY15" fmla="*/ 47716 h 183791"/>
                  <a:gd name="connsiteX16" fmla="*/ 137883 w 184096"/>
                  <a:gd name="connsiteY16" fmla="*/ 15710 h 183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4096" h="183791">
                    <a:moveTo>
                      <a:pt x="56176" y="141516"/>
                    </a:moveTo>
                    <a:cubicBezTo>
                      <a:pt x="52282" y="141516"/>
                      <a:pt x="49276" y="140395"/>
                      <a:pt x="47245" y="138376"/>
                    </a:cubicBezTo>
                    <a:cubicBezTo>
                      <a:pt x="45659" y="136790"/>
                      <a:pt x="41954" y="133073"/>
                      <a:pt x="44660" y="122856"/>
                    </a:cubicBezTo>
                    <a:cubicBezTo>
                      <a:pt x="46879" y="114513"/>
                      <a:pt x="53746" y="100335"/>
                      <a:pt x="73915" y="80177"/>
                    </a:cubicBezTo>
                    <a:cubicBezTo>
                      <a:pt x="85320" y="68762"/>
                      <a:pt x="98255" y="59365"/>
                      <a:pt x="111413" y="52842"/>
                    </a:cubicBezTo>
                    <a:cubicBezTo>
                      <a:pt x="117681" y="60763"/>
                      <a:pt x="124859" y="67929"/>
                      <a:pt x="132780" y="74209"/>
                    </a:cubicBezTo>
                    <a:cubicBezTo>
                      <a:pt x="126246" y="87355"/>
                      <a:pt x="116860" y="100302"/>
                      <a:pt x="105433" y="111706"/>
                    </a:cubicBezTo>
                    <a:cubicBezTo>
                      <a:pt x="84088" y="133062"/>
                      <a:pt x="66848" y="141516"/>
                      <a:pt x="56176" y="141516"/>
                    </a:cubicBezTo>
                    <a:moveTo>
                      <a:pt x="129185" y="645"/>
                    </a:moveTo>
                    <a:lnTo>
                      <a:pt x="112644" y="6070"/>
                    </a:lnTo>
                    <a:cubicBezTo>
                      <a:pt x="88060" y="14135"/>
                      <a:pt x="64197" y="29267"/>
                      <a:pt x="43595" y="49857"/>
                    </a:cubicBezTo>
                    <a:cubicBezTo>
                      <a:pt x="-23911" y="117353"/>
                      <a:pt x="6120" y="157879"/>
                      <a:pt x="16926" y="168685"/>
                    </a:cubicBezTo>
                    <a:cubicBezTo>
                      <a:pt x="39202" y="190962"/>
                      <a:pt x="82125" y="195665"/>
                      <a:pt x="135753" y="142026"/>
                    </a:cubicBezTo>
                    <a:cubicBezTo>
                      <a:pt x="156343" y="121436"/>
                      <a:pt x="171498" y="97561"/>
                      <a:pt x="179552" y="72966"/>
                    </a:cubicBezTo>
                    <a:lnTo>
                      <a:pt x="184977" y="56425"/>
                    </a:lnTo>
                    <a:lnTo>
                      <a:pt x="169900" y="47716"/>
                    </a:lnTo>
                    <a:cubicBezTo>
                      <a:pt x="156621" y="40050"/>
                      <a:pt x="145560" y="28979"/>
                      <a:pt x="137883" y="15710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206813B4-DD80-6FAD-C4F0-0B1C9A3FCD67}"/>
                  </a:ext>
                </a:extLst>
              </p:cNvPr>
              <p:cNvSpPr/>
              <p:nvPr/>
            </p:nvSpPr>
            <p:spPr>
              <a:xfrm flipV="1">
                <a:off x="1649489" y="1093084"/>
                <a:ext cx="1050097" cy="1050080"/>
              </a:xfrm>
              <a:custGeom>
                <a:avLst/>
                <a:gdLst>
                  <a:gd name="connsiteX0" fmla="*/ 329790 w 657772"/>
                  <a:gd name="connsiteY0" fmla="*/ 615564 h 657761"/>
                  <a:gd name="connsiteX1" fmla="*/ 43787 w 657772"/>
                  <a:gd name="connsiteY1" fmla="*/ 329561 h 657761"/>
                  <a:gd name="connsiteX2" fmla="*/ 194410 w 657772"/>
                  <a:gd name="connsiteY2" fmla="*/ 77562 h 657761"/>
                  <a:gd name="connsiteX3" fmla="*/ 329790 w 657772"/>
                  <a:gd name="connsiteY3" fmla="*/ 43559 h 657761"/>
                  <a:gd name="connsiteX4" fmla="*/ 615781 w 657772"/>
                  <a:gd name="connsiteY4" fmla="*/ 329561 h 657761"/>
                  <a:gd name="connsiteX5" fmla="*/ 577562 w 657772"/>
                  <a:gd name="connsiteY5" fmla="*/ 472518 h 657761"/>
                  <a:gd name="connsiteX6" fmla="*/ 329790 w 657772"/>
                  <a:gd name="connsiteY6" fmla="*/ 615564 h 657761"/>
                  <a:gd name="connsiteX7" fmla="*/ 329790 w 657772"/>
                  <a:gd name="connsiteY7" fmla="*/ 680 h 657761"/>
                  <a:gd name="connsiteX8" fmla="*/ 174086 w 657772"/>
                  <a:gd name="connsiteY8" fmla="*/ 39831 h 657761"/>
                  <a:gd name="connsiteX9" fmla="*/ 898 w 657772"/>
                  <a:gd name="connsiteY9" fmla="*/ 329561 h 657761"/>
                  <a:gd name="connsiteX10" fmla="*/ 329790 w 657772"/>
                  <a:gd name="connsiteY10" fmla="*/ 658442 h 657761"/>
                  <a:gd name="connsiteX11" fmla="*/ 614683 w 657772"/>
                  <a:gd name="connsiteY11" fmla="*/ 493985 h 657761"/>
                  <a:gd name="connsiteX12" fmla="*/ 658670 w 657772"/>
                  <a:gd name="connsiteY12" fmla="*/ 329561 h 657761"/>
                  <a:gd name="connsiteX13" fmla="*/ 329790 w 657772"/>
                  <a:gd name="connsiteY13" fmla="*/ 680 h 657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7772" h="657761">
                    <a:moveTo>
                      <a:pt x="329790" y="615564"/>
                    </a:moveTo>
                    <a:cubicBezTo>
                      <a:pt x="172089" y="615564"/>
                      <a:pt x="43787" y="487284"/>
                      <a:pt x="43787" y="329561"/>
                    </a:cubicBezTo>
                    <a:cubicBezTo>
                      <a:pt x="43787" y="224146"/>
                      <a:pt x="101498" y="127584"/>
                      <a:pt x="194410" y="77562"/>
                    </a:cubicBezTo>
                    <a:cubicBezTo>
                      <a:pt x="235724" y="55318"/>
                      <a:pt x="282529" y="43559"/>
                      <a:pt x="329790" y="43559"/>
                    </a:cubicBezTo>
                    <a:cubicBezTo>
                      <a:pt x="487490" y="43559"/>
                      <a:pt x="615781" y="171860"/>
                      <a:pt x="615781" y="329561"/>
                    </a:cubicBezTo>
                    <a:cubicBezTo>
                      <a:pt x="615781" y="379828"/>
                      <a:pt x="602568" y="429263"/>
                      <a:pt x="577562" y="472518"/>
                    </a:cubicBezTo>
                    <a:cubicBezTo>
                      <a:pt x="526530" y="560771"/>
                      <a:pt x="431599" y="615564"/>
                      <a:pt x="329790" y="615564"/>
                    </a:cubicBezTo>
                    <a:moveTo>
                      <a:pt x="329790" y="680"/>
                    </a:moveTo>
                    <a:cubicBezTo>
                      <a:pt x="275474" y="680"/>
                      <a:pt x="221634" y="14215"/>
                      <a:pt x="174086" y="39831"/>
                    </a:cubicBezTo>
                    <a:cubicBezTo>
                      <a:pt x="67262" y="97320"/>
                      <a:pt x="898" y="208348"/>
                      <a:pt x="898" y="329561"/>
                    </a:cubicBezTo>
                    <a:cubicBezTo>
                      <a:pt x="898" y="510903"/>
                      <a:pt x="148436" y="658442"/>
                      <a:pt x="329790" y="658442"/>
                    </a:cubicBezTo>
                    <a:cubicBezTo>
                      <a:pt x="446853" y="658442"/>
                      <a:pt x="556029" y="595439"/>
                      <a:pt x="614683" y="493985"/>
                    </a:cubicBezTo>
                    <a:cubicBezTo>
                      <a:pt x="643449" y="444206"/>
                      <a:pt x="658670" y="387350"/>
                      <a:pt x="658670" y="329561"/>
                    </a:cubicBezTo>
                    <a:cubicBezTo>
                      <a:pt x="658670" y="148219"/>
                      <a:pt x="511132" y="680"/>
                      <a:pt x="329790" y="680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B4F130DD-ABA6-FBC3-3B20-A609A30C9E1A}"/>
                  </a:ext>
                </a:extLst>
              </p:cNvPr>
              <p:cNvSpPr/>
              <p:nvPr/>
            </p:nvSpPr>
            <p:spPr>
              <a:xfrm flipV="1">
                <a:off x="1967028" y="1410617"/>
                <a:ext cx="415037" cy="415001"/>
              </a:xfrm>
              <a:custGeom>
                <a:avLst/>
                <a:gdLst>
                  <a:gd name="connsiteX0" fmla="*/ 130886 w 259976"/>
                  <a:gd name="connsiteY0" fmla="*/ 217738 h 259953"/>
                  <a:gd name="connsiteX1" fmla="*/ 43765 w 259976"/>
                  <a:gd name="connsiteY1" fmla="*/ 130628 h 259953"/>
                  <a:gd name="connsiteX2" fmla="*/ 130886 w 259976"/>
                  <a:gd name="connsiteY2" fmla="*/ 43530 h 259953"/>
                  <a:gd name="connsiteX3" fmla="*/ 217996 w 259976"/>
                  <a:gd name="connsiteY3" fmla="*/ 130628 h 259953"/>
                  <a:gd name="connsiteX4" fmla="*/ 130886 w 259976"/>
                  <a:gd name="connsiteY4" fmla="*/ 217738 h 259953"/>
                  <a:gd name="connsiteX5" fmla="*/ 130886 w 259976"/>
                  <a:gd name="connsiteY5" fmla="*/ 662 h 259953"/>
                  <a:gd name="connsiteX6" fmla="*/ 898 w 259976"/>
                  <a:gd name="connsiteY6" fmla="*/ 130628 h 259953"/>
                  <a:gd name="connsiteX7" fmla="*/ 130886 w 259976"/>
                  <a:gd name="connsiteY7" fmla="*/ 260616 h 259953"/>
                  <a:gd name="connsiteX8" fmla="*/ 260874 w 259976"/>
                  <a:gd name="connsiteY8" fmla="*/ 130628 h 259953"/>
                  <a:gd name="connsiteX9" fmla="*/ 130886 w 259976"/>
                  <a:gd name="connsiteY9" fmla="*/ 662 h 259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9976" h="259953">
                    <a:moveTo>
                      <a:pt x="130886" y="217738"/>
                    </a:moveTo>
                    <a:cubicBezTo>
                      <a:pt x="82849" y="217738"/>
                      <a:pt x="43765" y="178676"/>
                      <a:pt x="43765" y="130628"/>
                    </a:cubicBezTo>
                    <a:cubicBezTo>
                      <a:pt x="43765" y="82603"/>
                      <a:pt x="82849" y="43530"/>
                      <a:pt x="130886" y="43530"/>
                    </a:cubicBezTo>
                    <a:cubicBezTo>
                      <a:pt x="178923" y="43530"/>
                      <a:pt x="217996" y="82603"/>
                      <a:pt x="217996" y="130628"/>
                    </a:cubicBezTo>
                    <a:cubicBezTo>
                      <a:pt x="217996" y="178676"/>
                      <a:pt x="178923" y="217738"/>
                      <a:pt x="130886" y="217738"/>
                    </a:cubicBezTo>
                    <a:moveTo>
                      <a:pt x="130886" y="662"/>
                    </a:moveTo>
                    <a:cubicBezTo>
                      <a:pt x="59219" y="662"/>
                      <a:pt x="898" y="58950"/>
                      <a:pt x="898" y="130628"/>
                    </a:cubicBezTo>
                    <a:cubicBezTo>
                      <a:pt x="898" y="202306"/>
                      <a:pt x="59219" y="260616"/>
                      <a:pt x="130886" y="260616"/>
                    </a:cubicBezTo>
                    <a:cubicBezTo>
                      <a:pt x="202553" y="260616"/>
                      <a:pt x="260874" y="202306"/>
                      <a:pt x="260874" y="130628"/>
                    </a:cubicBezTo>
                    <a:cubicBezTo>
                      <a:pt x="260874" y="58950"/>
                      <a:pt x="202553" y="662"/>
                      <a:pt x="130886" y="66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B19C53F5-E5A2-2754-E96E-EB63DFAF84F8}"/>
                </a:ext>
              </a:extLst>
            </p:cNvPr>
            <p:cNvGrpSpPr/>
            <p:nvPr/>
          </p:nvGrpSpPr>
          <p:grpSpPr>
            <a:xfrm>
              <a:off x="6375136" y="3642501"/>
              <a:ext cx="371609" cy="374547"/>
              <a:chOff x="3019563" y="1093076"/>
              <a:chExt cx="979041" cy="986781"/>
            </a:xfrm>
            <a:solidFill>
              <a:schemeClr val="bg1"/>
            </a:solidFill>
          </p:grpSpPr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58BDBF01-9167-FF2D-6607-71512363243A}"/>
                  </a:ext>
                </a:extLst>
              </p:cNvPr>
              <p:cNvSpPr/>
              <p:nvPr/>
            </p:nvSpPr>
            <p:spPr>
              <a:xfrm flipV="1">
                <a:off x="3019563" y="1093076"/>
                <a:ext cx="979041" cy="986781"/>
              </a:xfrm>
              <a:custGeom>
                <a:avLst/>
                <a:gdLst>
                  <a:gd name="connsiteX0" fmla="*/ 174019 w 613263"/>
                  <a:gd name="connsiteY0" fmla="*/ 624 h 618111"/>
                  <a:gd name="connsiteX1" fmla="*/ 986 w 613263"/>
                  <a:gd name="connsiteY1" fmla="*/ 290133 h 618111"/>
                  <a:gd name="connsiteX2" fmla="*/ 329590 w 613263"/>
                  <a:gd name="connsiteY2" fmla="*/ 618736 h 618111"/>
                  <a:gd name="connsiteX3" fmla="*/ 614250 w 613263"/>
                  <a:gd name="connsiteY3" fmla="*/ 454390 h 618111"/>
                  <a:gd name="connsiteX4" fmla="*/ 577118 w 613263"/>
                  <a:gd name="connsiteY4" fmla="*/ 432934 h 618111"/>
                  <a:gd name="connsiteX5" fmla="*/ 329590 w 613263"/>
                  <a:gd name="connsiteY5" fmla="*/ 575869 h 618111"/>
                  <a:gd name="connsiteX6" fmla="*/ 43887 w 613263"/>
                  <a:gd name="connsiteY6" fmla="*/ 290133 h 618111"/>
                  <a:gd name="connsiteX7" fmla="*/ 194343 w 613263"/>
                  <a:gd name="connsiteY7" fmla="*/ 38366 h 61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3263" h="618111">
                    <a:moveTo>
                      <a:pt x="174019" y="624"/>
                    </a:moveTo>
                    <a:cubicBezTo>
                      <a:pt x="67295" y="58091"/>
                      <a:pt x="986" y="169020"/>
                      <a:pt x="986" y="290133"/>
                    </a:cubicBezTo>
                    <a:cubicBezTo>
                      <a:pt x="986" y="471319"/>
                      <a:pt x="148403" y="618736"/>
                      <a:pt x="329590" y="618736"/>
                    </a:cubicBezTo>
                    <a:cubicBezTo>
                      <a:pt x="446553" y="618736"/>
                      <a:pt x="555629" y="555767"/>
                      <a:pt x="614250" y="454390"/>
                    </a:cubicBezTo>
                    <a:lnTo>
                      <a:pt x="577118" y="432934"/>
                    </a:lnTo>
                    <a:cubicBezTo>
                      <a:pt x="526153" y="521087"/>
                      <a:pt x="431299" y="575869"/>
                      <a:pt x="329590" y="575869"/>
                    </a:cubicBezTo>
                    <a:cubicBezTo>
                      <a:pt x="172044" y="575869"/>
                      <a:pt x="43887" y="447678"/>
                      <a:pt x="43887" y="290133"/>
                    </a:cubicBezTo>
                    <a:cubicBezTo>
                      <a:pt x="43887" y="184829"/>
                      <a:pt x="101531" y="88344"/>
                      <a:pt x="194343" y="38366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A5A6D03D-0CDE-D7C2-F30C-A8F38D16B269}"/>
                  </a:ext>
                </a:extLst>
              </p:cNvPr>
              <p:cNvSpPr/>
              <p:nvPr/>
            </p:nvSpPr>
            <p:spPr>
              <a:xfrm flipV="1">
                <a:off x="3447093" y="1364689"/>
                <a:ext cx="297684" cy="404051"/>
              </a:xfrm>
              <a:custGeom>
                <a:avLst/>
                <a:gdLst>
                  <a:gd name="connsiteX0" fmla="*/ 67799 w 186467"/>
                  <a:gd name="connsiteY0" fmla="*/ 639 h 253094"/>
                  <a:gd name="connsiteX1" fmla="*/ 1002 w 186467"/>
                  <a:gd name="connsiteY1" fmla="*/ 30393 h 253094"/>
                  <a:gd name="connsiteX2" fmla="*/ 32986 w 186467"/>
                  <a:gd name="connsiteY2" fmla="*/ 58949 h 253094"/>
                  <a:gd name="connsiteX3" fmla="*/ 69707 w 186467"/>
                  <a:gd name="connsiteY3" fmla="*/ 43540 h 253094"/>
                  <a:gd name="connsiteX4" fmla="*/ 84351 w 186467"/>
                  <a:gd name="connsiteY4" fmla="*/ 51783 h 253094"/>
                  <a:gd name="connsiteX5" fmla="*/ 87125 w 186467"/>
                  <a:gd name="connsiteY5" fmla="*/ 69111 h 253094"/>
                  <a:gd name="connsiteX6" fmla="*/ 69142 w 186467"/>
                  <a:gd name="connsiteY6" fmla="*/ 129806 h 253094"/>
                  <a:gd name="connsiteX7" fmla="*/ 82266 w 186467"/>
                  <a:gd name="connsiteY7" fmla="*/ 217171 h 253094"/>
                  <a:gd name="connsiteX8" fmla="*/ 187470 w 186467"/>
                  <a:gd name="connsiteY8" fmla="*/ 249144 h 253094"/>
                  <a:gd name="connsiteX9" fmla="*/ 174667 w 186467"/>
                  <a:gd name="connsiteY9" fmla="*/ 208219 h 253094"/>
                  <a:gd name="connsiteX10" fmla="*/ 116457 w 186467"/>
                  <a:gd name="connsiteY10" fmla="*/ 191311 h 253094"/>
                  <a:gd name="connsiteX11" fmla="*/ 109934 w 186467"/>
                  <a:gd name="connsiteY11" fmla="*/ 142964 h 253094"/>
                  <a:gd name="connsiteX12" fmla="*/ 128239 w 186467"/>
                  <a:gd name="connsiteY12" fmla="*/ 81304 h 253094"/>
                  <a:gd name="connsiteX13" fmla="*/ 119641 w 186467"/>
                  <a:gd name="connsiteY13" fmla="*/ 27442 h 253094"/>
                  <a:gd name="connsiteX14" fmla="*/ 73435 w 186467"/>
                  <a:gd name="connsiteY14" fmla="*/ 839 h 253094"/>
                  <a:gd name="connsiteX15" fmla="*/ 67799 w 186467"/>
                  <a:gd name="connsiteY15" fmla="*/ 639 h 253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86467" h="253094">
                    <a:moveTo>
                      <a:pt x="67799" y="639"/>
                    </a:moveTo>
                    <a:cubicBezTo>
                      <a:pt x="29536" y="639"/>
                      <a:pt x="5617" y="25246"/>
                      <a:pt x="1002" y="30393"/>
                    </a:cubicBezTo>
                    <a:lnTo>
                      <a:pt x="32986" y="58949"/>
                    </a:lnTo>
                    <a:cubicBezTo>
                      <a:pt x="34517" y="57241"/>
                      <a:pt x="48618" y="42197"/>
                      <a:pt x="69707" y="43540"/>
                    </a:cubicBezTo>
                    <a:cubicBezTo>
                      <a:pt x="77983" y="44161"/>
                      <a:pt x="82410" y="48965"/>
                      <a:pt x="84351" y="51783"/>
                    </a:cubicBezTo>
                    <a:cubicBezTo>
                      <a:pt x="87879" y="56875"/>
                      <a:pt x="88878" y="63198"/>
                      <a:pt x="87125" y="69111"/>
                    </a:cubicBezTo>
                    <a:lnTo>
                      <a:pt x="69142" y="129806"/>
                    </a:lnTo>
                    <a:cubicBezTo>
                      <a:pt x="67722" y="133789"/>
                      <a:pt x="53211" y="178720"/>
                      <a:pt x="82266" y="217171"/>
                    </a:cubicBezTo>
                    <a:cubicBezTo>
                      <a:pt x="105974" y="248556"/>
                      <a:pt x="148253" y="261403"/>
                      <a:pt x="187470" y="249144"/>
                    </a:cubicBezTo>
                    <a:lnTo>
                      <a:pt x="174667" y="208219"/>
                    </a:lnTo>
                    <a:cubicBezTo>
                      <a:pt x="152712" y="215086"/>
                      <a:pt x="129293" y="208285"/>
                      <a:pt x="116457" y="191311"/>
                    </a:cubicBezTo>
                    <a:cubicBezTo>
                      <a:pt x="100615" y="170333"/>
                      <a:pt x="109546" y="144084"/>
                      <a:pt x="109934" y="142964"/>
                    </a:cubicBezTo>
                    <a:lnTo>
                      <a:pt x="128239" y="81304"/>
                    </a:lnTo>
                    <a:cubicBezTo>
                      <a:pt x="133686" y="62877"/>
                      <a:pt x="130558" y="43262"/>
                      <a:pt x="119641" y="27442"/>
                    </a:cubicBezTo>
                    <a:cubicBezTo>
                      <a:pt x="108936" y="11933"/>
                      <a:pt x="92095" y="2237"/>
                      <a:pt x="73435" y="839"/>
                    </a:cubicBezTo>
                    <a:cubicBezTo>
                      <a:pt x="71527" y="706"/>
                      <a:pt x="69652" y="639"/>
                      <a:pt x="67799" y="639"/>
                    </a:cubicBezTo>
                  </a:path>
                </a:pathLst>
              </a:custGeom>
              <a:grpFill/>
              <a:ln w="11089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DCA5D1A4-126A-9DBF-65B6-7D8CE7F8DD92}"/>
                  </a:ext>
                </a:extLst>
              </p:cNvPr>
              <p:cNvSpPr/>
              <p:nvPr/>
            </p:nvSpPr>
            <p:spPr>
              <a:xfrm flipV="1">
                <a:off x="3400692" y="1753516"/>
                <a:ext cx="192464" cy="121196"/>
              </a:xfrm>
              <a:custGeom>
                <a:avLst/>
                <a:gdLst>
                  <a:gd name="connsiteX0" fmla="*/ 104253 w 120558"/>
                  <a:gd name="connsiteY0" fmla="*/ 666 h 75916"/>
                  <a:gd name="connsiteX1" fmla="*/ 55140 w 120558"/>
                  <a:gd name="connsiteY1" fmla="*/ 9963 h 75916"/>
                  <a:gd name="connsiteX2" fmla="*/ 1001 w 120558"/>
                  <a:gd name="connsiteY2" fmla="*/ 49280 h 75916"/>
                  <a:gd name="connsiteX3" fmla="*/ 34072 w 120558"/>
                  <a:gd name="connsiteY3" fmla="*/ 76582 h 75916"/>
                  <a:gd name="connsiteX4" fmla="*/ 70849 w 120558"/>
                  <a:gd name="connsiteY4" fmla="*/ 49868 h 75916"/>
                  <a:gd name="connsiteX5" fmla="*/ 115990 w 120558"/>
                  <a:gd name="connsiteY5" fmla="*/ 44299 h 75916"/>
                  <a:gd name="connsiteX6" fmla="*/ 121559 w 120558"/>
                  <a:gd name="connsiteY6" fmla="*/ 1798 h 75916"/>
                  <a:gd name="connsiteX7" fmla="*/ 104253 w 120558"/>
                  <a:gd name="connsiteY7" fmla="*/ 666 h 75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0558" h="75916">
                    <a:moveTo>
                      <a:pt x="104253" y="666"/>
                    </a:moveTo>
                    <a:cubicBezTo>
                      <a:pt x="90285" y="666"/>
                      <a:pt x="73278" y="2818"/>
                      <a:pt x="55140" y="9963"/>
                    </a:cubicBezTo>
                    <a:cubicBezTo>
                      <a:pt x="28592" y="20413"/>
                      <a:pt x="11052" y="37121"/>
                      <a:pt x="1001" y="49280"/>
                    </a:cubicBezTo>
                    <a:lnTo>
                      <a:pt x="34072" y="76582"/>
                    </a:lnTo>
                    <a:cubicBezTo>
                      <a:pt x="40906" y="68306"/>
                      <a:pt x="52810" y="56957"/>
                      <a:pt x="70849" y="49868"/>
                    </a:cubicBezTo>
                    <a:cubicBezTo>
                      <a:pt x="88921" y="42734"/>
                      <a:pt x="105373" y="42901"/>
                      <a:pt x="115990" y="44299"/>
                    </a:cubicBezTo>
                    <a:lnTo>
                      <a:pt x="121559" y="1798"/>
                    </a:lnTo>
                    <a:cubicBezTo>
                      <a:pt x="116578" y="1132"/>
                      <a:pt x="110754" y="666"/>
                      <a:pt x="104253" y="666"/>
                    </a:cubicBezTo>
                  </a:path>
                </a:pathLst>
              </a:custGeom>
              <a:grpFill/>
              <a:ln w="11089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743233F7-7C5E-E42B-AABC-ABD1BE9E1027}"/>
                  </a:ext>
                </a:extLst>
              </p:cNvPr>
              <p:cNvSpPr/>
              <p:nvPr/>
            </p:nvSpPr>
            <p:spPr>
              <a:xfrm flipV="1">
                <a:off x="3176558" y="1374523"/>
                <a:ext cx="295754" cy="114802"/>
              </a:xfrm>
              <a:custGeom>
                <a:avLst/>
                <a:gdLst>
                  <a:gd name="connsiteX0" fmla="*/ 153199 w 185258"/>
                  <a:gd name="connsiteY0" fmla="*/ 637 h 71911"/>
                  <a:gd name="connsiteX1" fmla="*/ 134461 w 185258"/>
                  <a:gd name="connsiteY1" fmla="*/ 17068 h 71911"/>
                  <a:gd name="connsiteX2" fmla="*/ 50646 w 185258"/>
                  <a:gd name="connsiteY2" fmla="*/ 18088 h 71911"/>
                  <a:gd name="connsiteX3" fmla="*/ 37600 w 185258"/>
                  <a:gd name="connsiteY3" fmla="*/ 3378 h 71911"/>
                  <a:gd name="connsiteX4" fmla="*/ 990 w 185258"/>
                  <a:gd name="connsiteY4" fmla="*/ 25699 h 71911"/>
                  <a:gd name="connsiteX5" fmla="*/ 24575 w 185258"/>
                  <a:gd name="connsiteY5" fmla="*/ 52147 h 71911"/>
                  <a:gd name="connsiteX6" fmla="*/ 156960 w 185258"/>
                  <a:gd name="connsiteY6" fmla="*/ 53567 h 71911"/>
                  <a:gd name="connsiteX7" fmla="*/ 186248 w 185258"/>
                  <a:gd name="connsiteY7" fmla="*/ 27962 h 7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5258" h="71911">
                    <a:moveTo>
                      <a:pt x="153199" y="637"/>
                    </a:moveTo>
                    <a:cubicBezTo>
                      <a:pt x="147763" y="7227"/>
                      <a:pt x="141450" y="12752"/>
                      <a:pt x="134461" y="17068"/>
                    </a:cubicBezTo>
                    <a:cubicBezTo>
                      <a:pt x="111597" y="31179"/>
                      <a:pt x="74465" y="36327"/>
                      <a:pt x="50646" y="18088"/>
                    </a:cubicBezTo>
                    <a:cubicBezTo>
                      <a:pt x="45576" y="14205"/>
                      <a:pt x="41183" y="9246"/>
                      <a:pt x="37600" y="3378"/>
                    </a:cubicBezTo>
                    <a:lnTo>
                      <a:pt x="990" y="25699"/>
                    </a:lnTo>
                    <a:cubicBezTo>
                      <a:pt x="7358" y="36116"/>
                      <a:pt x="15279" y="45002"/>
                      <a:pt x="24575" y="52147"/>
                    </a:cubicBezTo>
                    <a:cubicBezTo>
                      <a:pt x="64026" y="82356"/>
                      <a:pt x="121049" y="75744"/>
                      <a:pt x="156960" y="53567"/>
                    </a:cubicBezTo>
                    <a:cubicBezTo>
                      <a:pt x="167965" y="46777"/>
                      <a:pt x="177828" y="38157"/>
                      <a:pt x="186248" y="27962"/>
                    </a:cubicBezTo>
                    <a:close/>
                  </a:path>
                </a:pathLst>
              </a:custGeom>
              <a:grpFill/>
              <a:ln w="11089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78F110E6-A5F2-3D94-1A08-14458335750B}"/>
                  </a:ext>
                </a:extLst>
              </p:cNvPr>
              <p:cNvSpPr/>
              <p:nvPr/>
            </p:nvSpPr>
            <p:spPr>
              <a:xfrm flipV="1">
                <a:off x="3142887" y="1208210"/>
                <a:ext cx="747896" cy="753829"/>
              </a:xfrm>
              <a:custGeom>
                <a:avLst/>
                <a:gdLst>
                  <a:gd name="connsiteX0" fmla="*/ 133163 w 468476"/>
                  <a:gd name="connsiteY0" fmla="*/ 631 h 472192"/>
                  <a:gd name="connsiteX1" fmla="*/ 65324 w 468476"/>
                  <a:gd name="connsiteY1" fmla="*/ 54004 h 472192"/>
                  <a:gd name="connsiteX2" fmla="*/ 990 w 468476"/>
                  <a:gd name="connsiteY2" fmla="*/ 221811 h 472192"/>
                  <a:gd name="connsiteX3" fmla="*/ 252024 w 468476"/>
                  <a:gd name="connsiteY3" fmla="*/ 472823 h 472192"/>
                  <a:gd name="connsiteX4" fmla="*/ 437748 w 468476"/>
                  <a:gd name="connsiteY4" fmla="*/ 390684 h 472192"/>
                  <a:gd name="connsiteX5" fmla="*/ 469466 w 468476"/>
                  <a:gd name="connsiteY5" fmla="*/ 347284 h 472192"/>
                  <a:gd name="connsiteX6" fmla="*/ 432356 w 468476"/>
                  <a:gd name="connsiteY6" fmla="*/ 325828 h 472192"/>
                  <a:gd name="connsiteX7" fmla="*/ 406030 w 468476"/>
                  <a:gd name="connsiteY7" fmla="*/ 361839 h 472192"/>
                  <a:gd name="connsiteX8" fmla="*/ 252024 w 468476"/>
                  <a:gd name="connsiteY8" fmla="*/ 429945 h 472192"/>
                  <a:gd name="connsiteX9" fmla="*/ 43868 w 468476"/>
                  <a:gd name="connsiteY9" fmla="*/ 221811 h 472192"/>
                  <a:gd name="connsiteX10" fmla="*/ 97208 w 468476"/>
                  <a:gd name="connsiteY10" fmla="*/ 82671 h 472192"/>
                  <a:gd name="connsiteX11" fmla="*/ 153498 w 468476"/>
                  <a:gd name="connsiteY11" fmla="*/ 38373 h 472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68476" h="472192">
                    <a:moveTo>
                      <a:pt x="133163" y="631"/>
                    </a:moveTo>
                    <a:cubicBezTo>
                      <a:pt x="107580" y="14398"/>
                      <a:pt x="84771" y="32360"/>
                      <a:pt x="65324" y="54004"/>
                    </a:cubicBezTo>
                    <a:cubicBezTo>
                      <a:pt x="23843" y="100122"/>
                      <a:pt x="990" y="159718"/>
                      <a:pt x="990" y="221811"/>
                    </a:cubicBezTo>
                    <a:cubicBezTo>
                      <a:pt x="990" y="360209"/>
                      <a:pt x="113593" y="472823"/>
                      <a:pt x="252024" y="472823"/>
                    </a:cubicBezTo>
                    <a:cubicBezTo>
                      <a:pt x="322548" y="472823"/>
                      <a:pt x="390255" y="442881"/>
                      <a:pt x="437748" y="390684"/>
                    </a:cubicBezTo>
                    <a:cubicBezTo>
                      <a:pt x="449852" y="377382"/>
                      <a:pt x="460524" y="362793"/>
                      <a:pt x="469466" y="347284"/>
                    </a:cubicBezTo>
                    <a:lnTo>
                      <a:pt x="432356" y="325828"/>
                    </a:lnTo>
                    <a:cubicBezTo>
                      <a:pt x="424935" y="338675"/>
                      <a:pt x="416070" y="350790"/>
                      <a:pt x="406030" y="361839"/>
                    </a:cubicBezTo>
                    <a:cubicBezTo>
                      <a:pt x="366647" y="405117"/>
                      <a:pt x="310500" y="429945"/>
                      <a:pt x="252024" y="429945"/>
                    </a:cubicBezTo>
                    <a:cubicBezTo>
                      <a:pt x="137246" y="429945"/>
                      <a:pt x="43868" y="336567"/>
                      <a:pt x="43868" y="221811"/>
                    </a:cubicBezTo>
                    <a:cubicBezTo>
                      <a:pt x="43868" y="170313"/>
                      <a:pt x="62794" y="120901"/>
                      <a:pt x="97208" y="82671"/>
                    </a:cubicBezTo>
                    <a:cubicBezTo>
                      <a:pt x="113338" y="64699"/>
                      <a:pt x="132287" y="49810"/>
                      <a:pt x="153498" y="38373"/>
                    </a:cubicBezTo>
                    <a:close/>
                  </a:path>
                </a:pathLst>
              </a:custGeom>
              <a:grpFill/>
              <a:ln w="11089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661F136F-DB37-3C1B-26A2-5DB0062D0BE8}"/>
              </a:ext>
            </a:extLst>
          </p:cNvPr>
          <p:cNvSpPr txBox="1"/>
          <p:nvPr/>
        </p:nvSpPr>
        <p:spPr>
          <a:xfrm>
            <a:off x="49358" y="27577"/>
            <a:ext cx="21419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아이콘 </a:t>
            </a:r>
            <a:r>
              <a:rPr lang="en-US" altLang="ko-KR" sz="1200" b="1" dirty="0"/>
              <a:t>+ </a:t>
            </a:r>
            <a:r>
              <a:rPr lang="ko-KR" altLang="en-US" sz="1200" b="1" dirty="0"/>
              <a:t>텍스트 사용 예시</a:t>
            </a:r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37DB7C-77B2-5B12-F36D-7D4EC7AFDAD1}"/>
              </a:ext>
            </a:extLst>
          </p:cNvPr>
          <p:cNvSpPr txBox="1"/>
          <p:nvPr/>
        </p:nvSpPr>
        <p:spPr>
          <a:xfrm>
            <a:off x="5857444" y="27577"/>
            <a:ext cx="21419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아이콘 </a:t>
            </a:r>
            <a:r>
              <a:rPr lang="en-US" altLang="ko-KR" sz="1200" b="1" dirty="0"/>
              <a:t>+ </a:t>
            </a:r>
            <a:r>
              <a:rPr lang="ko-KR" altLang="en-US" sz="1200" b="1" dirty="0"/>
              <a:t>텍스트 사용 예시</a:t>
            </a:r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1F7F447-EC57-87C4-F48C-B89CAFB51F35}"/>
              </a:ext>
            </a:extLst>
          </p:cNvPr>
          <p:cNvSpPr txBox="1"/>
          <p:nvPr/>
        </p:nvSpPr>
        <p:spPr>
          <a:xfrm>
            <a:off x="49357" y="1935574"/>
            <a:ext cx="21419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아이콘 </a:t>
            </a:r>
            <a:r>
              <a:rPr lang="en-US" altLang="ko-KR" sz="1200" b="1" dirty="0"/>
              <a:t>+ </a:t>
            </a:r>
            <a:r>
              <a:rPr lang="ko-KR" altLang="en-US" sz="1200" b="1" dirty="0"/>
              <a:t>텍스트 사용 예시</a:t>
            </a:r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74300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73AFE1D-9C8E-157D-EB29-3837B37F9955}"/>
              </a:ext>
            </a:extLst>
          </p:cNvPr>
          <p:cNvCxnSpPr>
            <a:cxnSpLocks/>
          </p:cNvCxnSpPr>
          <p:nvPr/>
        </p:nvCxnSpPr>
        <p:spPr>
          <a:xfrm>
            <a:off x="8975392" y="1082766"/>
            <a:ext cx="1714500" cy="0"/>
          </a:xfrm>
          <a:prstGeom prst="straightConnector1">
            <a:avLst/>
          </a:prstGeom>
          <a:ln w="19050">
            <a:solidFill>
              <a:srgbClr val="19875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B661F9E-EC0F-EDB9-EFE7-29B33B4E63F9}"/>
              </a:ext>
            </a:extLst>
          </p:cNvPr>
          <p:cNvGrpSpPr/>
          <p:nvPr/>
        </p:nvGrpSpPr>
        <p:grpSpPr>
          <a:xfrm>
            <a:off x="9499133" y="699430"/>
            <a:ext cx="713920" cy="713920"/>
            <a:chOff x="7964357" y="2674891"/>
            <a:chExt cx="446218" cy="446218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35CBF91C-0E40-DF24-C711-CBB3CA58A459}"/>
                </a:ext>
              </a:extLst>
            </p:cNvPr>
            <p:cNvSpPr/>
            <p:nvPr/>
          </p:nvSpPr>
          <p:spPr>
            <a:xfrm>
              <a:off x="7964357" y="2674891"/>
              <a:ext cx="446218" cy="446218"/>
            </a:xfrm>
            <a:prstGeom prst="ellipse">
              <a:avLst/>
            </a:prstGeom>
            <a:solidFill>
              <a:srgbClr val="198754"/>
            </a:solidFill>
            <a:ln w="12700">
              <a:noFill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E1F180CD-7C47-9E78-ACAA-5CDDFC4C7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100000"/>
            </a:blip>
            <a:stretch>
              <a:fillRect/>
            </a:stretch>
          </p:blipFill>
          <p:spPr>
            <a:xfrm>
              <a:off x="8024787" y="2780510"/>
              <a:ext cx="325358" cy="234981"/>
            </a:xfrm>
            <a:prstGeom prst="rect">
              <a:avLst/>
            </a:prstGeom>
          </p:spPr>
        </p:pic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E4F0E4CC-3A66-0B98-9C48-928D5566268C}"/>
              </a:ext>
            </a:extLst>
          </p:cNvPr>
          <p:cNvGrpSpPr/>
          <p:nvPr/>
        </p:nvGrpSpPr>
        <p:grpSpPr>
          <a:xfrm>
            <a:off x="0" y="510566"/>
            <a:ext cx="6056732" cy="4642721"/>
            <a:chOff x="2301321" y="2115661"/>
            <a:chExt cx="6056732" cy="4642721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3C54D827-2E19-B492-FD5C-84219D4CBF91}"/>
                </a:ext>
              </a:extLst>
            </p:cNvPr>
            <p:cNvSpPr/>
            <p:nvPr/>
          </p:nvSpPr>
          <p:spPr>
            <a:xfrm>
              <a:off x="3629924" y="2858761"/>
              <a:ext cx="3399526" cy="3399526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0827C"/>
                  </a:gs>
                  <a:gs pos="100000">
                    <a:srgbClr val="F3EAD7"/>
                  </a:gs>
                </a:gsLst>
                <a:lin ang="135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88538329-0E90-2D14-CEBB-05AFE92A96C8}"/>
                </a:ext>
              </a:extLst>
            </p:cNvPr>
            <p:cNvSpPr/>
            <p:nvPr/>
          </p:nvSpPr>
          <p:spPr>
            <a:xfrm>
              <a:off x="3569943" y="2798780"/>
              <a:ext cx="3519488" cy="3519488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0827C"/>
                  </a:gs>
                  <a:gs pos="100000">
                    <a:srgbClr val="F3EAD7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66604DCF-083F-5108-89E2-482E52C547BC}"/>
                </a:ext>
              </a:extLst>
            </p:cNvPr>
            <p:cNvGrpSpPr/>
            <p:nvPr/>
          </p:nvGrpSpPr>
          <p:grpSpPr>
            <a:xfrm>
              <a:off x="4547794" y="4057538"/>
              <a:ext cx="1540586" cy="1094305"/>
              <a:chOff x="4547794" y="4371403"/>
              <a:chExt cx="1540586" cy="1094305"/>
            </a:xfrm>
          </p:grpSpPr>
          <p:pic>
            <p:nvPicPr>
              <p:cNvPr id="118" name="Picture 2">
                <a:extLst>
                  <a:ext uri="{FF2B5EF4-FFF2-40B4-BE49-F238E27FC236}">
                    <a16:creationId xmlns:a16="http://schemas.microsoft.com/office/drawing/2014/main" id="{27F2EF07-519F-02BE-3695-59EE6064C0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936" t="8269" r="16936" b="28195"/>
              <a:stretch/>
            </p:blipFill>
            <p:spPr bwMode="auto">
              <a:xfrm>
                <a:off x="4800891" y="4371403"/>
                <a:ext cx="1090030" cy="6962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78DD84E-99F2-FA87-409F-DF6630FFF8AA}"/>
                  </a:ext>
                </a:extLst>
              </p:cNvPr>
              <p:cNvSpPr txBox="1"/>
              <p:nvPr/>
            </p:nvSpPr>
            <p:spPr>
              <a:xfrm>
                <a:off x="4547794" y="5034821"/>
                <a:ext cx="1540586" cy="430887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algn="ctr">
                  <a:buClr>
                    <a:srgbClr val="198754"/>
                  </a:buClr>
                </a:pPr>
                <a:r>
                  <a:rPr lang="en-US" altLang="ko-KR" sz="1400" dirty="0">
                    <a:solidFill>
                      <a:srgbClr val="198754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Real-time</a:t>
                </a:r>
              </a:p>
              <a:p>
                <a:pPr algn="ctr">
                  <a:buClr>
                    <a:srgbClr val="198754"/>
                  </a:buClr>
                </a:pPr>
                <a:r>
                  <a:rPr lang="en-US" altLang="ko-KR" sz="1400" dirty="0">
                    <a:solidFill>
                      <a:srgbClr val="198754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Project Tool</a:t>
                </a:r>
                <a:endParaRPr lang="ko-KR" altLang="en-US" sz="1400" dirty="0">
                  <a:solidFill>
                    <a:srgbClr val="198754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</p:grpSp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B60A030D-0CFB-03B6-A581-4A96419A35D7}"/>
                </a:ext>
              </a:extLst>
            </p:cNvPr>
            <p:cNvSpPr/>
            <p:nvPr/>
          </p:nvSpPr>
          <p:spPr>
            <a:xfrm>
              <a:off x="3268245" y="4196845"/>
              <a:ext cx="723358" cy="723358"/>
            </a:xfrm>
            <a:prstGeom prst="roundRect">
              <a:avLst>
                <a:gd name="adj" fmla="val 9263"/>
              </a:avLst>
            </a:prstGeom>
            <a:solidFill>
              <a:srgbClr val="00827C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080EC44-BA59-67ED-88A8-DC4B9286515B}"/>
                </a:ext>
              </a:extLst>
            </p:cNvPr>
            <p:cNvSpPr txBox="1"/>
            <p:nvPr/>
          </p:nvSpPr>
          <p:spPr>
            <a:xfrm>
              <a:off x="2301321" y="4389247"/>
              <a:ext cx="968958" cy="338554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>
                <a:buClr>
                  <a:srgbClr val="198754"/>
                </a:buClr>
              </a:pPr>
              <a:r>
                <a:rPr lang="ko-KR" altLang="en-US" sz="1100" dirty="0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차량 </a:t>
              </a:r>
              <a:r>
                <a:rPr lang="en-US" altLang="ko-KR" sz="1100" dirty="0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&amp; </a:t>
              </a:r>
              <a:r>
                <a:rPr lang="ko-KR" altLang="en-US" sz="1100" dirty="0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의전</a:t>
              </a:r>
              <a:endParaRPr lang="en-US" altLang="ko-KR" sz="1100" dirty="0">
                <a:solidFill>
                  <a:srgbClr val="00827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algn="r">
                <a:buClr>
                  <a:srgbClr val="198754"/>
                </a:buClr>
              </a:pPr>
              <a:r>
                <a:rPr lang="ko-KR" altLang="en-US" sz="1100" dirty="0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예약 현황</a:t>
              </a:r>
            </a:p>
          </p:txBody>
        </p:sp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D6F0F52C-D22A-4FA1-81CF-95250C13A8C4}"/>
                </a:ext>
              </a:extLst>
            </p:cNvPr>
            <p:cNvSpPr/>
            <p:nvPr/>
          </p:nvSpPr>
          <p:spPr>
            <a:xfrm>
              <a:off x="6675064" y="4196845"/>
              <a:ext cx="723358" cy="723358"/>
            </a:xfrm>
            <a:prstGeom prst="roundRect">
              <a:avLst>
                <a:gd name="adj" fmla="val 9263"/>
              </a:avLst>
            </a:prstGeom>
            <a:solidFill>
              <a:srgbClr val="00827C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9A776D9-7F5C-A7DF-FD08-31EECD7D6175}"/>
                </a:ext>
              </a:extLst>
            </p:cNvPr>
            <p:cNvSpPr txBox="1"/>
            <p:nvPr/>
          </p:nvSpPr>
          <p:spPr>
            <a:xfrm>
              <a:off x="7389095" y="4389247"/>
              <a:ext cx="968958" cy="338554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>
                <a:buClr>
                  <a:srgbClr val="198754"/>
                </a:buClr>
              </a:pPr>
              <a:r>
                <a:rPr lang="ko-KR" altLang="en-US" sz="1100" dirty="0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호텔 예약</a:t>
              </a:r>
              <a:endParaRPr lang="en-US" altLang="ko-KR" sz="1100" dirty="0">
                <a:solidFill>
                  <a:srgbClr val="00827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>
                <a:buClr>
                  <a:srgbClr val="198754"/>
                </a:buClr>
              </a:pPr>
              <a:r>
                <a:rPr lang="ko-KR" altLang="en-US" sz="1100" dirty="0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현황</a:t>
              </a:r>
            </a:p>
          </p:txBody>
        </p:sp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E1844C52-AC0C-3B11-81FD-FE5F0DC3AB6F}"/>
                </a:ext>
              </a:extLst>
            </p:cNvPr>
            <p:cNvSpPr/>
            <p:nvPr/>
          </p:nvSpPr>
          <p:spPr>
            <a:xfrm>
              <a:off x="4999661" y="5815180"/>
              <a:ext cx="723358" cy="723358"/>
            </a:xfrm>
            <a:prstGeom prst="roundRect">
              <a:avLst>
                <a:gd name="adj" fmla="val 9263"/>
              </a:avLst>
            </a:prstGeom>
            <a:solidFill>
              <a:srgbClr val="00827C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BE7A397-E7D4-F3C7-E765-79678C4997D5}"/>
                </a:ext>
              </a:extLst>
            </p:cNvPr>
            <p:cNvSpPr txBox="1"/>
            <p:nvPr/>
          </p:nvSpPr>
          <p:spPr>
            <a:xfrm>
              <a:off x="4722568" y="6589105"/>
              <a:ext cx="1246676" cy="169277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>
                <a:buClr>
                  <a:srgbClr val="198754"/>
                </a:buClr>
              </a:pPr>
              <a:r>
                <a:rPr lang="ko-KR" altLang="en-US" sz="1100" dirty="0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실시간 변동사항</a:t>
              </a:r>
            </a:p>
          </p:txBody>
        </p:sp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DDA1CCF7-3679-66F5-F70A-DAB53480B025}"/>
                </a:ext>
              </a:extLst>
            </p:cNvPr>
            <p:cNvSpPr/>
            <p:nvPr/>
          </p:nvSpPr>
          <p:spPr>
            <a:xfrm>
              <a:off x="4984227" y="2486376"/>
              <a:ext cx="723358" cy="723358"/>
            </a:xfrm>
            <a:prstGeom prst="roundRect">
              <a:avLst>
                <a:gd name="adj" fmla="val 9263"/>
              </a:avLst>
            </a:prstGeom>
            <a:solidFill>
              <a:srgbClr val="00827C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6F70458-67F7-225D-096E-B19389AD9409}"/>
                </a:ext>
              </a:extLst>
            </p:cNvPr>
            <p:cNvSpPr txBox="1"/>
            <p:nvPr/>
          </p:nvSpPr>
          <p:spPr>
            <a:xfrm>
              <a:off x="4722568" y="2115661"/>
              <a:ext cx="1246676" cy="338554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>
                <a:buClr>
                  <a:srgbClr val="198754"/>
                </a:buClr>
              </a:pPr>
              <a:r>
                <a:rPr lang="ko-KR" altLang="en-US" sz="1100" dirty="0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항공권</a:t>
              </a:r>
              <a:endParaRPr lang="en-US" altLang="ko-KR" sz="1100" dirty="0">
                <a:solidFill>
                  <a:srgbClr val="00827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algn="ctr">
                <a:buClr>
                  <a:srgbClr val="198754"/>
                </a:buClr>
              </a:pPr>
              <a:r>
                <a:rPr lang="ko-KR" altLang="en-US" sz="1100" dirty="0" err="1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예약〮발권</a:t>
              </a:r>
              <a:r>
                <a:rPr lang="ko-KR" altLang="en-US" sz="1100" dirty="0">
                  <a:solidFill>
                    <a:srgbClr val="00827C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현황</a:t>
              </a:r>
            </a:p>
          </p:txBody>
        </p:sp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F59E1A7D-A10B-2D6A-746C-5FAF4F4A8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100000"/>
            </a:blip>
            <a:stretch>
              <a:fillRect/>
            </a:stretch>
          </p:blipFill>
          <p:spPr>
            <a:xfrm>
              <a:off x="5116512" y="2629331"/>
              <a:ext cx="458788" cy="437448"/>
            </a:xfrm>
            <a:prstGeom prst="rect">
              <a:avLst/>
            </a:prstGeom>
          </p:spPr>
        </p:pic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24CF527E-290F-571D-AB3D-FC23488C9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100000"/>
            </a:blip>
            <a:stretch>
              <a:fillRect/>
            </a:stretch>
          </p:blipFill>
          <p:spPr>
            <a:xfrm>
              <a:off x="3390054" y="4385285"/>
              <a:ext cx="479740" cy="346479"/>
            </a:xfrm>
            <a:prstGeom prst="rect">
              <a:avLst/>
            </a:prstGeom>
          </p:spPr>
        </p:pic>
        <p:pic>
          <p:nvPicPr>
            <p:cNvPr id="116" name="그림 115">
              <a:extLst>
                <a:ext uri="{FF2B5EF4-FFF2-40B4-BE49-F238E27FC236}">
                  <a16:creationId xmlns:a16="http://schemas.microsoft.com/office/drawing/2014/main" id="{4B21B899-6C28-53F4-CB31-683A2F206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6813636" y="4369946"/>
              <a:ext cx="446214" cy="377156"/>
            </a:xfrm>
            <a:prstGeom prst="rect">
              <a:avLst/>
            </a:prstGeom>
          </p:spPr>
        </p:pic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68AEDCB1-5CDC-A267-6D8A-572BEB26A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5181952" y="5937854"/>
              <a:ext cx="358776" cy="47801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ECB7DD3D-C233-C876-0586-EFAB6DF0B75D}"/>
              </a:ext>
            </a:extLst>
          </p:cNvPr>
          <p:cNvSpPr txBox="1"/>
          <p:nvPr/>
        </p:nvSpPr>
        <p:spPr>
          <a:xfrm>
            <a:off x="49357" y="233567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구조도 </a:t>
            </a:r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C4549A-448B-56BE-42FB-BEF8EB63F5EA}"/>
              </a:ext>
            </a:extLst>
          </p:cNvPr>
          <p:cNvSpPr txBox="1"/>
          <p:nvPr/>
        </p:nvSpPr>
        <p:spPr>
          <a:xfrm>
            <a:off x="8813800" y="23356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화살표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9BEDAE37-60ED-BAB9-ACCB-0F6CD908A4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1687" y="1493665"/>
            <a:ext cx="757303" cy="539367"/>
          </a:xfrm>
          <a:prstGeom prst="rect">
            <a:avLst/>
          </a:prstGeom>
        </p:spPr>
      </p:pic>
      <p:sp>
        <p:nvSpPr>
          <p:cNvPr id="71" name="이등변 삼각형 70">
            <a:extLst>
              <a:ext uri="{FF2B5EF4-FFF2-40B4-BE49-F238E27FC236}">
                <a16:creationId xmlns:a16="http://schemas.microsoft.com/office/drawing/2014/main" id="{FD720664-1E04-26A0-DC0D-AC65EFEB9DDD}"/>
              </a:ext>
            </a:extLst>
          </p:cNvPr>
          <p:cNvSpPr/>
          <p:nvPr/>
        </p:nvSpPr>
        <p:spPr>
          <a:xfrm rot="10800000">
            <a:off x="9955757" y="1763348"/>
            <a:ext cx="77343" cy="6667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이등변 삼각형 71">
            <a:extLst>
              <a:ext uri="{FF2B5EF4-FFF2-40B4-BE49-F238E27FC236}">
                <a16:creationId xmlns:a16="http://schemas.microsoft.com/office/drawing/2014/main" id="{5D9B6C67-66AE-A707-D8F5-CEEA1932B5B2}"/>
              </a:ext>
            </a:extLst>
          </p:cNvPr>
          <p:cNvSpPr/>
          <p:nvPr/>
        </p:nvSpPr>
        <p:spPr>
          <a:xfrm rot="5400000">
            <a:off x="10516106" y="1656238"/>
            <a:ext cx="179999" cy="167573"/>
          </a:xfrm>
          <a:prstGeom prst="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5A3E8D1B-A1BA-3334-A5B3-A7F35A695087}"/>
              </a:ext>
            </a:extLst>
          </p:cNvPr>
          <p:cNvCxnSpPr>
            <a:cxnSpLocks/>
          </p:cNvCxnSpPr>
          <p:nvPr/>
        </p:nvCxnSpPr>
        <p:spPr>
          <a:xfrm>
            <a:off x="7589408" y="4563881"/>
            <a:ext cx="4264722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005DA3"/>
                </a:gs>
                <a:gs pos="100000">
                  <a:srgbClr val="E20011">
                    <a:alpha val="0"/>
                  </a:srgbClr>
                </a:gs>
                <a:gs pos="63000">
                  <a:srgbClr val="E2001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7B2833B-3FFF-9A8E-DAD4-B5F32A8497D4}"/>
              </a:ext>
            </a:extLst>
          </p:cNvPr>
          <p:cNvSpPr txBox="1"/>
          <p:nvPr/>
        </p:nvSpPr>
        <p:spPr>
          <a:xfrm>
            <a:off x="7589408" y="4123195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구분선 </a:t>
            </a:r>
            <a:r>
              <a:rPr lang="en-US" altLang="ko-KR" sz="1200" b="1" dirty="0"/>
              <a:t>/ </a:t>
            </a:r>
            <a:r>
              <a:rPr lang="ko-KR" altLang="en-US" sz="1200" b="1" dirty="0"/>
              <a:t>밑줄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F6609BAD-B6AC-06A7-B559-833CB034A8C3}"/>
              </a:ext>
            </a:extLst>
          </p:cNvPr>
          <p:cNvGrpSpPr/>
          <p:nvPr/>
        </p:nvGrpSpPr>
        <p:grpSpPr>
          <a:xfrm>
            <a:off x="1328603" y="6376887"/>
            <a:ext cx="9700310" cy="276999"/>
            <a:chOff x="5253678" y="1526253"/>
            <a:chExt cx="9700310" cy="276999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C05C954A-D8AF-93AB-8E4F-8987396D0254}"/>
                </a:ext>
              </a:extLst>
            </p:cNvPr>
            <p:cNvCxnSpPr>
              <a:cxnSpLocks/>
            </p:cNvCxnSpPr>
            <p:nvPr/>
          </p:nvCxnSpPr>
          <p:spPr>
            <a:xfrm>
              <a:off x="5253678" y="1664753"/>
              <a:ext cx="97003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B7778BD-467F-52DA-F68A-15239A77ED86}"/>
                </a:ext>
              </a:extLst>
            </p:cNvPr>
            <p:cNvSpPr txBox="1"/>
            <p:nvPr/>
          </p:nvSpPr>
          <p:spPr>
            <a:xfrm>
              <a:off x="9242175" y="1526253"/>
              <a:ext cx="17233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147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spc="-100" dirty="0">
                  <a:ln>
                    <a:solidFill>
                      <a:srgbClr val="4E67C8">
                        <a:alpha val="0"/>
                      </a:srgbClr>
                    </a:solidFill>
                  </a:ln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인천국제공항 주요 도착 시간</a:t>
              </a:r>
              <a:endParaRPr kumimoji="0" lang="ko-KR" altLang="en-US" sz="1200" b="0" i="0" u="none" strike="noStrike" kern="1200" cap="none" spc="-100" normalizeH="0" baseline="0" noProof="0" dirty="0">
                <a:ln>
                  <a:solidFill>
                    <a:srgbClr val="4E67C8">
                      <a:alpha val="0"/>
                    </a:srgbClr>
                  </a:solidFill>
                </a:ln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2D7923FE-7F6A-58FE-7336-CD0F8D1D474A}"/>
              </a:ext>
            </a:extLst>
          </p:cNvPr>
          <p:cNvSpPr txBox="1"/>
          <p:nvPr/>
        </p:nvSpPr>
        <p:spPr>
          <a:xfrm>
            <a:off x="1328603" y="6075273"/>
            <a:ext cx="1217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항목 제목 형식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84248E0F-FEDA-8C3D-4DA1-FA872049B0E7}"/>
              </a:ext>
            </a:extLst>
          </p:cNvPr>
          <p:cNvCxnSpPr>
            <a:cxnSpLocks/>
          </p:cNvCxnSpPr>
          <p:nvPr/>
        </p:nvCxnSpPr>
        <p:spPr>
          <a:xfrm>
            <a:off x="8975392" y="2274568"/>
            <a:ext cx="1714500" cy="0"/>
          </a:xfrm>
          <a:prstGeom prst="straightConnector1">
            <a:avLst/>
          </a:prstGeom>
          <a:ln w="19050">
            <a:solidFill>
              <a:srgbClr val="19875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13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B6D163E3-9F38-7ECE-B423-94F7C84C5E17}"/>
              </a:ext>
            </a:extLst>
          </p:cNvPr>
          <p:cNvGrpSpPr/>
          <p:nvPr/>
        </p:nvGrpSpPr>
        <p:grpSpPr>
          <a:xfrm>
            <a:off x="49357" y="597837"/>
            <a:ext cx="4656107" cy="3540700"/>
            <a:chOff x="6709591" y="668628"/>
            <a:chExt cx="4656107" cy="3540700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66E52D9D-14AB-06AE-E4DB-069000FB2F8B}"/>
                </a:ext>
              </a:extLst>
            </p:cNvPr>
            <p:cNvSpPr/>
            <p:nvPr/>
          </p:nvSpPr>
          <p:spPr>
            <a:xfrm>
              <a:off x="6709591" y="668628"/>
              <a:ext cx="4656107" cy="273981"/>
            </a:xfrm>
            <a:prstGeom prst="roundRect">
              <a:avLst>
                <a:gd name="adj" fmla="val 50000"/>
              </a:avLst>
            </a:prstGeom>
            <a:solidFill>
              <a:srgbClr val="0082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163" latinLnBrk="1"/>
              <a:r>
                <a:rPr lang="ko-KR" altLang="en-US" sz="1200" spc="-85" dirty="0">
                  <a:solidFill>
                    <a:prstClr val="white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안내 </a:t>
              </a:r>
              <a:r>
                <a:rPr lang="ko-KR" altLang="en-US" sz="1200" spc="-85">
                  <a:solidFill>
                    <a:prstClr val="white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데스크 역할</a:t>
              </a:r>
              <a:endParaRPr lang="en-US" altLang="ko-KR" sz="1200" spc="-85" dirty="0">
                <a:solidFill>
                  <a:prstClr val="whit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D5A884DF-7EF6-F55C-FB09-CBAEBCEE7AEB}"/>
                </a:ext>
              </a:extLst>
            </p:cNvPr>
            <p:cNvGrpSpPr/>
            <p:nvPr/>
          </p:nvGrpSpPr>
          <p:grpSpPr>
            <a:xfrm>
              <a:off x="6781988" y="1466618"/>
              <a:ext cx="4475007" cy="402398"/>
              <a:chOff x="5578830" y="4091453"/>
              <a:chExt cx="4475007" cy="402398"/>
            </a:xfrm>
          </p:grpSpPr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2002833C-10A6-0D89-3B34-8974FB189E6E}"/>
                  </a:ext>
                </a:extLst>
              </p:cNvPr>
              <p:cNvSpPr/>
              <p:nvPr/>
            </p:nvSpPr>
            <p:spPr>
              <a:xfrm>
                <a:off x="5578831" y="4091453"/>
                <a:ext cx="4475006" cy="40239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id="{0FF97DE3-F948-175A-91DB-272BE7270CC9}"/>
                  </a:ext>
                </a:extLst>
              </p:cNvPr>
              <p:cNvSpPr/>
              <p:nvPr/>
            </p:nvSpPr>
            <p:spPr>
              <a:xfrm>
                <a:off x="5578830" y="4091453"/>
                <a:ext cx="744828" cy="402398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827C"/>
                  </a:gs>
                  <a:gs pos="100000">
                    <a:srgbClr val="19875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200" spc="-85" dirty="0">
                  <a:solidFill>
                    <a:prstClr val="white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B3274B0-589C-F995-C7E0-FBB24F0C9875}"/>
                  </a:ext>
                </a:extLst>
              </p:cNvPr>
              <p:cNvSpPr txBox="1"/>
              <p:nvPr/>
            </p:nvSpPr>
            <p:spPr>
              <a:xfrm>
                <a:off x="5594320" y="4092229"/>
                <a:ext cx="406522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800" spc="-85" dirty="0">
                    <a:solidFill>
                      <a:srgbClr val="EEE1C6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02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85" dirty="0">
                    <a:solidFill>
                      <a:prstClr val="white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행사</a:t>
                </a:r>
                <a:endParaRPr kumimoji="0" lang="ko-KR" altLang="en-US" sz="1100" b="0" i="0" u="none" strike="noStrike" kern="1200" cap="none" spc="-85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0079F68-2D15-C558-9012-3B1EF92BA2F6}"/>
                  </a:ext>
                </a:extLst>
              </p:cNvPr>
              <p:cNvSpPr txBox="1"/>
              <p:nvPr/>
            </p:nvSpPr>
            <p:spPr>
              <a:xfrm>
                <a:off x="6395018" y="4161847"/>
                <a:ext cx="304217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2025 ICEBG </a:t>
                </a:r>
                <a:r>
                  <a:rPr kumimoji="0" lang="ko-KR" altLang="en-US" sz="11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프로그램 안내 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행사 전반 일정 및 위치 등 안내</a:t>
                </a:r>
                <a:endParaRPr kumimoji="0" lang="en-US" altLang="ko-KR" sz="1000" b="0" i="0" u="none" strike="noStrike" kern="1200" cap="none" spc="-7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8BDA7887-CB0A-5DC2-BC1F-017E809EAAD3}"/>
                </a:ext>
              </a:extLst>
            </p:cNvPr>
            <p:cNvGrpSpPr/>
            <p:nvPr/>
          </p:nvGrpSpPr>
          <p:grpSpPr>
            <a:xfrm>
              <a:off x="6781988" y="3338866"/>
              <a:ext cx="4475007" cy="402398"/>
              <a:chOff x="5578830" y="4567537"/>
              <a:chExt cx="4475007" cy="402398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A7490E9C-B124-201E-45E7-5B932B714F39}"/>
                  </a:ext>
                </a:extLst>
              </p:cNvPr>
              <p:cNvSpPr/>
              <p:nvPr/>
            </p:nvSpPr>
            <p:spPr>
              <a:xfrm>
                <a:off x="5578831" y="4567537"/>
                <a:ext cx="4475006" cy="40239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5D5D6FC3-BCCD-133D-6C40-CF042040F617}"/>
                  </a:ext>
                </a:extLst>
              </p:cNvPr>
              <p:cNvSpPr/>
              <p:nvPr/>
            </p:nvSpPr>
            <p:spPr>
              <a:xfrm>
                <a:off x="5578830" y="4567537"/>
                <a:ext cx="744828" cy="402398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827C"/>
                  </a:gs>
                  <a:gs pos="100000">
                    <a:srgbClr val="19875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200" spc="-85" dirty="0">
                  <a:solidFill>
                    <a:prstClr val="white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FCE05ED-D52C-CCB5-5ED0-F4736CDFC8D8}"/>
                  </a:ext>
                </a:extLst>
              </p:cNvPr>
              <p:cNvSpPr txBox="1"/>
              <p:nvPr/>
            </p:nvSpPr>
            <p:spPr>
              <a:xfrm>
                <a:off x="5594320" y="4578144"/>
                <a:ext cx="406522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800" spc="-85" dirty="0">
                    <a:solidFill>
                      <a:srgbClr val="EEE1C6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06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85" dirty="0">
                    <a:solidFill>
                      <a:prstClr val="white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관광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3201217-3861-09A7-0F48-8C4B2A621C7C}"/>
                  </a:ext>
                </a:extLst>
              </p:cNvPr>
              <p:cNvSpPr txBox="1"/>
              <p:nvPr/>
            </p:nvSpPr>
            <p:spPr>
              <a:xfrm>
                <a:off x="6395018" y="4630237"/>
                <a:ext cx="24093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spc="-7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관광 프로그램  안내 </a:t>
                </a:r>
                <a:r>
                  <a:rPr lang="en-US" altLang="ko-KR" sz="105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</a:t>
                </a:r>
                <a:r>
                  <a:rPr lang="ko-KR" altLang="en-US" sz="105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일정 및 등록 연계 지원</a:t>
                </a:r>
                <a:endParaRPr lang="en-US" altLang="ko-KR" sz="1050" spc="-7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F07D7AF5-CCCE-F139-F5CA-9040131C6B82}"/>
                </a:ext>
              </a:extLst>
            </p:cNvPr>
            <p:cNvGrpSpPr/>
            <p:nvPr/>
          </p:nvGrpSpPr>
          <p:grpSpPr>
            <a:xfrm>
              <a:off x="6781988" y="989498"/>
              <a:ext cx="4475007" cy="411456"/>
              <a:chOff x="5578830" y="3625976"/>
              <a:chExt cx="4475007" cy="411456"/>
            </a:xfrm>
          </p:grpSpPr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D1EA0BEB-B057-A615-0496-EAEB3BAF3F02}"/>
                  </a:ext>
                </a:extLst>
              </p:cNvPr>
              <p:cNvSpPr/>
              <p:nvPr/>
            </p:nvSpPr>
            <p:spPr>
              <a:xfrm>
                <a:off x="5578831" y="3635034"/>
                <a:ext cx="4475006" cy="40239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69" name="사각형: 둥근 모서리 68">
                <a:extLst>
                  <a:ext uri="{FF2B5EF4-FFF2-40B4-BE49-F238E27FC236}">
                    <a16:creationId xmlns:a16="http://schemas.microsoft.com/office/drawing/2014/main" id="{D12C3425-3F7D-6C65-7C09-E60A71B7B7F3}"/>
                  </a:ext>
                </a:extLst>
              </p:cNvPr>
              <p:cNvSpPr/>
              <p:nvPr/>
            </p:nvSpPr>
            <p:spPr>
              <a:xfrm>
                <a:off x="5578830" y="3635034"/>
                <a:ext cx="744828" cy="402398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827C"/>
                  </a:gs>
                  <a:gs pos="100000">
                    <a:srgbClr val="19875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200" spc="-85" dirty="0">
                  <a:solidFill>
                    <a:prstClr val="white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CEFC829-EDA6-FD79-26BF-053ECFEA7B60}"/>
                  </a:ext>
                </a:extLst>
              </p:cNvPr>
              <p:cNvSpPr txBox="1"/>
              <p:nvPr/>
            </p:nvSpPr>
            <p:spPr>
              <a:xfrm>
                <a:off x="5594320" y="3625976"/>
                <a:ext cx="427681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85" normalizeH="0" baseline="0" noProof="0" dirty="0">
                    <a:solidFill>
                      <a:srgbClr val="EEE1C6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01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5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호텔 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29E4633-8918-1D3E-A1C9-E3253EBC3AD2}"/>
                  </a:ext>
                </a:extLst>
              </p:cNvPr>
              <p:cNvSpPr txBox="1"/>
              <p:nvPr/>
            </p:nvSpPr>
            <p:spPr>
              <a:xfrm>
                <a:off x="6395018" y="3705428"/>
                <a:ext cx="358271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7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시설 안내 및 체크아웃 지원  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호텔 내부 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&amp;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인근 편의 시설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식당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등 </a:t>
                </a:r>
                <a:r>
                  <a:rPr lang="ko-KR" altLang="en-US" sz="100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안내</a:t>
                </a:r>
                <a:endParaRPr kumimoji="0" lang="en-US" altLang="ko-KR" sz="1000" b="0" i="0" u="none" strike="noStrike" kern="1200" cap="none" spc="-7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EC70ADC-7BE9-F620-5B35-4C7E59E7E382}"/>
                </a:ext>
              </a:extLst>
            </p:cNvPr>
            <p:cNvGrpSpPr/>
            <p:nvPr/>
          </p:nvGrpSpPr>
          <p:grpSpPr>
            <a:xfrm>
              <a:off x="6781988" y="3806930"/>
              <a:ext cx="4475007" cy="402398"/>
              <a:chOff x="5578830" y="5033789"/>
              <a:chExt cx="4475007" cy="402398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856FB939-8C36-56F2-36CA-F8071DD0D76A}"/>
                  </a:ext>
                </a:extLst>
              </p:cNvPr>
              <p:cNvSpPr/>
              <p:nvPr/>
            </p:nvSpPr>
            <p:spPr>
              <a:xfrm>
                <a:off x="5578831" y="5033789"/>
                <a:ext cx="4475006" cy="40239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65" name="사각형: 둥근 모서리 64">
                <a:extLst>
                  <a:ext uri="{FF2B5EF4-FFF2-40B4-BE49-F238E27FC236}">
                    <a16:creationId xmlns:a16="http://schemas.microsoft.com/office/drawing/2014/main" id="{5E73FAAA-7FF8-555F-A062-5ABDE035C688}"/>
                  </a:ext>
                </a:extLst>
              </p:cNvPr>
              <p:cNvSpPr/>
              <p:nvPr/>
            </p:nvSpPr>
            <p:spPr>
              <a:xfrm>
                <a:off x="5578830" y="5033789"/>
                <a:ext cx="744828" cy="402398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827C"/>
                  </a:gs>
                  <a:gs pos="100000">
                    <a:srgbClr val="19875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200" spc="-85" dirty="0">
                  <a:solidFill>
                    <a:prstClr val="white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7ED36BB-FE28-1E7D-4002-59C87F123977}"/>
                  </a:ext>
                </a:extLst>
              </p:cNvPr>
              <p:cNvSpPr txBox="1"/>
              <p:nvPr/>
            </p:nvSpPr>
            <p:spPr>
              <a:xfrm>
                <a:off x="5594320" y="5034563"/>
                <a:ext cx="693138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800" spc="-85" dirty="0">
                    <a:solidFill>
                      <a:srgbClr val="EEE1C6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07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5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인력 </a:t>
                </a:r>
                <a:r>
                  <a:rPr kumimoji="0" lang="en-US" altLang="ko-KR" sz="1100" b="0" i="0" u="none" strike="noStrike" kern="1200" cap="none" spc="-85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/</a:t>
                </a:r>
                <a:r>
                  <a:rPr kumimoji="0" lang="ko-KR" altLang="en-US" sz="1100" b="0" i="0" u="none" strike="noStrike" kern="1200" cap="none" spc="-85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물자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46A49E6-D6B1-5A04-003D-E6D477CAB071}"/>
                  </a:ext>
                </a:extLst>
              </p:cNvPr>
              <p:cNvSpPr txBox="1"/>
              <p:nvPr/>
            </p:nvSpPr>
            <p:spPr>
              <a:xfrm>
                <a:off x="6395018" y="5096489"/>
                <a:ext cx="30992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기타 관리 사항 </a:t>
                </a:r>
                <a:r>
                  <a:rPr lang="en-US" altLang="ko-KR" sz="100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</a:t>
                </a:r>
                <a:r>
                  <a:rPr lang="ko-KR" altLang="en-US" sz="100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물자 관리</a:t>
                </a:r>
                <a:r>
                  <a:rPr lang="en-US" altLang="ko-KR" sz="100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</a:t>
                </a:r>
                <a:r>
                  <a:rPr lang="ko-KR" altLang="en-US" sz="100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분실물 대응</a:t>
                </a:r>
                <a:r>
                  <a:rPr lang="en-US" altLang="ko-KR" sz="100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</a:t>
                </a:r>
                <a:r>
                  <a:rPr lang="ko-KR" altLang="en-US" sz="100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기타 불편사항 및 상담</a:t>
                </a: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F55EF492-AF81-5AF7-3A18-E505E6153533}"/>
                </a:ext>
              </a:extLst>
            </p:cNvPr>
            <p:cNvGrpSpPr/>
            <p:nvPr/>
          </p:nvGrpSpPr>
          <p:grpSpPr>
            <a:xfrm>
              <a:off x="6781988" y="1934680"/>
              <a:ext cx="4475007" cy="402398"/>
              <a:chOff x="5578830" y="4091453"/>
              <a:chExt cx="4475007" cy="402398"/>
            </a:xfrm>
          </p:grpSpPr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715B412B-847C-EEEE-F23D-5A3265D183C9}"/>
                  </a:ext>
                </a:extLst>
              </p:cNvPr>
              <p:cNvSpPr/>
              <p:nvPr/>
            </p:nvSpPr>
            <p:spPr>
              <a:xfrm>
                <a:off x="5578831" y="4091453"/>
                <a:ext cx="4475006" cy="40239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67222AB3-C7F1-0D3F-0DCC-7636BB7E184C}"/>
                  </a:ext>
                </a:extLst>
              </p:cNvPr>
              <p:cNvSpPr/>
              <p:nvPr/>
            </p:nvSpPr>
            <p:spPr>
              <a:xfrm>
                <a:off x="5578830" y="4091453"/>
                <a:ext cx="744828" cy="402398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827C"/>
                  </a:gs>
                  <a:gs pos="100000">
                    <a:srgbClr val="19875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200" spc="-85" dirty="0">
                  <a:solidFill>
                    <a:prstClr val="white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7D87825-C944-C8A8-6290-B5A569B96C85}"/>
                  </a:ext>
                </a:extLst>
              </p:cNvPr>
              <p:cNvSpPr txBox="1"/>
              <p:nvPr/>
            </p:nvSpPr>
            <p:spPr>
              <a:xfrm>
                <a:off x="5594320" y="4092229"/>
                <a:ext cx="406522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800" spc="-85" dirty="0">
                    <a:solidFill>
                      <a:srgbClr val="EEE1C6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03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85" dirty="0">
                    <a:solidFill>
                      <a:prstClr val="white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수송</a:t>
                </a:r>
                <a:endParaRPr kumimoji="0" lang="ko-KR" altLang="en-US" sz="1100" b="0" i="0" u="none" strike="noStrike" kern="1200" cap="none" spc="-85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817768-74FC-45A8-0A43-D53F32AF7AD4}"/>
                  </a:ext>
                </a:extLst>
              </p:cNvPr>
              <p:cNvSpPr txBox="1"/>
              <p:nvPr/>
            </p:nvSpPr>
            <p:spPr>
              <a:xfrm>
                <a:off x="6395018" y="4161847"/>
                <a:ext cx="323454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귀국 </a:t>
                </a:r>
                <a:r>
                  <a:rPr kumimoji="0" lang="ko-KR" altLang="en-US" sz="1100" b="0" i="0" u="none" strike="noStrike" kern="1200" cap="none" spc="-70" normalizeH="0" baseline="0" noProof="0" dirty="0" err="1">
                    <a:solidFill>
                      <a:prstClr val="black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비행편</a:t>
                </a:r>
                <a:r>
                  <a:rPr kumimoji="0" lang="ko-KR" altLang="en-US" sz="11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수송 지원 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원활한 공항 </a:t>
                </a:r>
                <a:r>
                  <a:rPr kumimoji="0" lang="ko-KR" altLang="en-US" sz="1000" b="0" i="0" u="none" strike="noStrike" kern="1200" cap="none" spc="-70" normalizeH="0" baseline="0" noProof="0" dirty="0" err="1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샌딩을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위한 안내 및 차량 연계</a:t>
                </a:r>
                <a:endParaRPr kumimoji="0" lang="en-US" altLang="ko-KR" sz="1000" b="0" i="0" u="none" strike="noStrike" kern="1200" cap="none" spc="-7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5C836FA-AEB9-7842-EBA9-2FA043091CB4}"/>
                </a:ext>
              </a:extLst>
            </p:cNvPr>
            <p:cNvGrpSpPr/>
            <p:nvPr/>
          </p:nvGrpSpPr>
          <p:grpSpPr>
            <a:xfrm>
              <a:off x="6781988" y="2402742"/>
              <a:ext cx="4475007" cy="402398"/>
              <a:chOff x="5578830" y="4091453"/>
              <a:chExt cx="4475007" cy="402398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81F9D857-17DB-2E39-AE42-BACF924FB647}"/>
                  </a:ext>
                </a:extLst>
              </p:cNvPr>
              <p:cNvSpPr/>
              <p:nvPr/>
            </p:nvSpPr>
            <p:spPr>
              <a:xfrm>
                <a:off x="5578831" y="4091453"/>
                <a:ext cx="4475006" cy="40239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3AAA2397-2C58-8C30-C29E-F514FCBF4AA0}"/>
                  </a:ext>
                </a:extLst>
              </p:cNvPr>
              <p:cNvSpPr/>
              <p:nvPr/>
            </p:nvSpPr>
            <p:spPr>
              <a:xfrm>
                <a:off x="5578830" y="4091453"/>
                <a:ext cx="744828" cy="402398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827C"/>
                  </a:gs>
                  <a:gs pos="100000">
                    <a:srgbClr val="19875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200" spc="-85" dirty="0">
                  <a:solidFill>
                    <a:prstClr val="white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8E750B6-CB39-1A12-665B-F86A7E291062}"/>
                  </a:ext>
                </a:extLst>
              </p:cNvPr>
              <p:cNvSpPr txBox="1"/>
              <p:nvPr/>
            </p:nvSpPr>
            <p:spPr>
              <a:xfrm>
                <a:off x="5594320" y="4092229"/>
                <a:ext cx="406522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800" spc="-85" dirty="0">
                    <a:solidFill>
                      <a:srgbClr val="EEE1C6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04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85" dirty="0">
                    <a:solidFill>
                      <a:prstClr val="white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긴급</a:t>
                </a:r>
                <a:endParaRPr kumimoji="0" lang="ko-KR" altLang="en-US" sz="1100" b="0" i="0" u="none" strike="noStrike" kern="1200" cap="none" spc="-85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D1FC965-AB12-CE94-E0B8-58B9860BE60B}"/>
                  </a:ext>
                </a:extLst>
              </p:cNvPr>
              <p:cNvSpPr txBox="1"/>
              <p:nvPr/>
            </p:nvSpPr>
            <p:spPr>
              <a:xfrm>
                <a:off x="6395018" y="4161847"/>
                <a:ext cx="336245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7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긴급 상황 시 즉각 대응 </a:t>
                </a:r>
                <a:r>
                  <a:rPr kumimoji="0" lang="ko-KR" altLang="en-US" sz="11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인근 </a:t>
                </a:r>
                <a:r>
                  <a:rPr lang="ko-KR" altLang="en-US" sz="1000" spc="-70" dirty="0">
                    <a:solidFill>
                      <a:prstClr val="black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유관기관 즉시 연락을 통한 서비스 대응</a:t>
                </a:r>
                <a:endParaRPr kumimoji="0" lang="en-US" altLang="ko-KR" sz="1000" b="0" i="0" u="none" strike="noStrike" kern="1200" cap="none" spc="-7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4D5FE269-9F22-8A02-4DB5-0233027C0E08}"/>
                </a:ext>
              </a:extLst>
            </p:cNvPr>
            <p:cNvGrpSpPr/>
            <p:nvPr/>
          </p:nvGrpSpPr>
          <p:grpSpPr>
            <a:xfrm>
              <a:off x="6781988" y="2870804"/>
              <a:ext cx="4475007" cy="402398"/>
              <a:chOff x="5578830" y="4091453"/>
              <a:chExt cx="4475007" cy="402398"/>
            </a:xfrm>
          </p:grpSpPr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610548B8-DF71-6D58-6AE6-944EA7FA2473}"/>
                  </a:ext>
                </a:extLst>
              </p:cNvPr>
              <p:cNvSpPr/>
              <p:nvPr/>
            </p:nvSpPr>
            <p:spPr>
              <a:xfrm>
                <a:off x="5578831" y="4091453"/>
                <a:ext cx="4475006" cy="40239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B4ECA3CF-76EC-CF90-FD5F-AFF3C4409640}"/>
                  </a:ext>
                </a:extLst>
              </p:cNvPr>
              <p:cNvSpPr/>
              <p:nvPr/>
            </p:nvSpPr>
            <p:spPr>
              <a:xfrm>
                <a:off x="5578830" y="4091453"/>
                <a:ext cx="744828" cy="402398"/>
              </a:xfrm>
              <a:prstGeom prst="roundRect">
                <a:avLst/>
              </a:prstGeom>
              <a:gradFill flip="none" rotWithShape="1">
                <a:gsLst>
                  <a:gs pos="0">
                    <a:srgbClr val="00827C"/>
                  </a:gs>
                  <a:gs pos="100000">
                    <a:srgbClr val="19875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83163" latinLnBrk="1"/>
                <a:endParaRPr lang="ko-KR" altLang="en-US" sz="1200" spc="-85" dirty="0">
                  <a:solidFill>
                    <a:prstClr val="white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74BAD3-0DA9-E3E6-2AA4-AB8D0DA23838}"/>
                  </a:ext>
                </a:extLst>
              </p:cNvPr>
              <p:cNvSpPr txBox="1"/>
              <p:nvPr/>
            </p:nvSpPr>
            <p:spPr>
              <a:xfrm>
                <a:off x="5594320" y="4092229"/>
                <a:ext cx="406522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800" spc="-85" dirty="0">
                    <a:solidFill>
                      <a:srgbClr val="EEE1C6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05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85" dirty="0">
                    <a:solidFill>
                      <a:prstClr val="white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건강</a:t>
                </a:r>
                <a:endParaRPr kumimoji="0" lang="ko-KR" altLang="en-US" sz="1100" b="0" i="0" u="none" strike="noStrike" kern="1200" cap="none" spc="-85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CF39011-0D81-21A9-20CE-8AF667522886}"/>
                  </a:ext>
                </a:extLst>
              </p:cNvPr>
              <p:cNvSpPr txBox="1"/>
              <p:nvPr/>
            </p:nvSpPr>
            <p:spPr>
              <a:xfrm>
                <a:off x="6395018" y="4161847"/>
                <a:ext cx="31341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70" dirty="0">
                    <a:solidFill>
                      <a:prstClr val="black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상비약 구비 </a:t>
                </a:r>
                <a:r>
                  <a:rPr kumimoji="0" lang="ko-KR" altLang="en-US" sz="11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소화기 및 지사제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.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진통제</a:t>
                </a:r>
                <a:r>
                  <a:rPr kumimoji="0" lang="en-US" altLang="ko-KR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</a:t>
                </a:r>
                <a:r>
                  <a:rPr kumimoji="0" lang="ko-KR" altLang="en-US" sz="1000" b="0" i="0" u="none" strike="noStrike" kern="1200" cap="none" spc="-7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외상 치료용 밴드 등 구비</a:t>
                </a:r>
                <a:endParaRPr kumimoji="0" lang="en-US" altLang="ko-KR" sz="1000" b="0" i="0" u="none" strike="noStrike" kern="1200" cap="none" spc="-7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2C1B889-4E37-F6F7-C619-85BB45131686}"/>
              </a:ext>
            </a:extLst>
          </p:cNvPr>
          <p:cNvSpPr txBox="1"/>
          <p:nvPr/>
        </p:nvSpPr>
        <p:spPr>
          <a:xfrm>
            <a:off x="49357" y="233567"/>
            <a:ext cx="2864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표 </a:t>
            </a:r>
            <a:r>
              <a:rPr lang="en-US" altLang="ko-KR" sz="1200" b="1" dirty="0"/>
              <a:t>1 (</a:t>
            </a:r>
            <a:r>
              <a:rPr lang="ko-KR" altLang="en-US" sz="1200" b="1" dirty="0"/>
              <a:t>시스템 표가 아닌 도형으로 구성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0BDD84DE-3615-0754-D5DD-F6A97D3F2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05836"/>
              </p:ext>
            </p:extLst>
          </p:nvPr>
        </p:nvGraphicFramePr>
        <p:xfrm>
          <a:off x="5382090" y="597837"/>
          <a:ext cx="4544836" cy="2945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525">
                  <a:extLst>
                    <a:ext uri="{9D8B030D-6E8A-4147-A177-3AD203B41FA5}">
                      <a16:colId xmlns:a16="http://schemas.microsoft.com/office/drawing/2014/main" val="2112928859"/>
                    </a:ext>
                  </a:extLst>
                </a:gridCol>
                <a:gridCol w="3955311">
                  <a:extLst>
                    <a:ext uri="{9D8B030D-6E8A-4147-A177-3AD203B41FA5}">
                      <a16:colId xmlns:a16="http://schemas.microsoft.com/office/drawing/2014/main" val="3651393373"/>
                    </a:ext>
                  </a:extLst>
                </a:gridCol>
              </a:tblGrid>
              <a:tr h="420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 dirty="0" err="1">
                          <a:solidFill>
                            <a:srgbClr val="19875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총회명</a:t>
                      </a:r>
                      <a:endParaRPr lang="ko-KR" altLang="en-US" sz="1200" b="0" kern="1200" dirty="0">
                        <a:solidFill>
                          <a:srgbClr val="198754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세계식물원교육총회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196840"/>
                  </a:ext>
                </a:extLst>
              </a:tr>
              <a:tr h="420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 dirty="0">
                          <a:solidFill>
                            <a:srgbClr val="19875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주최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국제식물원보전연맹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BGCI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081720"/>
                  </a:ext>
                </a:extLst>
              </a:tr>
              <a:tr h="420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 dirty="0">
                          <a:solidFill>
                            <a:srgbClr val="19875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주관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국립수목원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409637"/>
                  </a:ext>
                </a:extLst>
              </a:tr>
              <a:tr h="420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 dirty="0">
                          <a:solidFill>
                            <a:srgbClr val="19875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기간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~ 13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 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일간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56783"/>
                  </a:ext>
                </a:extLst>
              </a:tr>
              <a:tr h="420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 dirty="0">
                          <a:solidFill>
                            <a:srgbClr val="19875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서울 코엑스 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 (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워크숍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국립수목원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등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55431"/>
                  </a:ext>
                </a:extLst>
              </a:tr>
              <a:tr h="420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 dirty="0">
                          <a:solidFill>
                            <a:srgbClr val="19875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규모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개국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1,000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여명 내외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388351"/>
                  </a:ext>
                </a:extLst>
              </a:tr>
              <a:tr h="42080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rgbClr val="198754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국내외 수목원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식물원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정원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숲교육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환경교육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생태교육 등 관계자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723526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A1AD75A6-EB1A-9A4C-6485-623F9AF97D18}"/>
              </a:ext>
            </a:extLst>
          </p:cNvPr>
          <p:cNvSpPr txBox="1"/>
          <p:nvPr/>
        </p:nvSpPr>
        <p:spPr>
          <a:xfrm>
            <a:off x="5394254" y="233567"/>
            <a:ext cx="482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표 </a:t>
            </a:r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44162A75-DE51-FC19-FA98-33D9379D7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530530"/>
              </p:ext>
            </p:extLst>
          </p:nvPr>
        </p:nvGraphicFramePr>
        <p:xfrm>
          <a:off x="5474978" y="4075838"/>
          <a:ext cx="4240525" cy="4296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7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10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spc="-50" dirty="0" err="1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행사명</a:t>
                      </a:r>
                      <a:endParaRPr lang="ko-KR" altLang="en-US" sz="1100" kern="1200" spc="-50" dirty="0">
                        <a:solidFill>
                          <a:schemeClr val="bg1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F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F9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ko-KR" altLang="en-US" sz="1100" b="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lang="en-US" altLang="ko-KR" sz="1100" b="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30</a:t>
                      </a:r>
                      <a:r>
                        <a:rPr lang="ko-KR" altLang="en-US" sz="1100" b="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 부산국제영화제</a:t>
                      </a:r>
                    </a:p>
                  </a:txBody>
                  <a:tcPr marL="144000" marR="0"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F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10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spc="-5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대회 일시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F9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altLang="ko-KR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2025.</a:t>
                      </a:r>
                      <a:r>
                        <a:rPr lang="ko-KR" altLang="en-US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9.17</a:t>
                      </a:r>
                      <a:r>
                        <a:rPr lang="ko-KR" altLang="en-US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~</a:t>
                      </a:r>
                      <a:r>
                        <a:rPr lang="ko-KR" altLang="en-US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26.</a:t>
                      </a:r>
                      <a:r>
                        <a:rPr lang="ko-KR" altLang="en-US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(10</a:t>
                      </a:r>
                      <a:r>
                        <a:rPr lang="ko-KR" altLang="en-US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일간</a:t>
                      </a:r>
                      <a:r>
                        <a:rPr lang="en-US" altLang="ko-KR" sz="1100" kern="1200" spc="-50" noProof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100" kern="1200" spc="-50" noProof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44000" marR="0"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961669"/>
                  </a:ext>
                </a:extLst>
              </a:tr>
              <a:tr h="53710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spc="-5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행사 규모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70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여 개국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 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230</a:t>
                      </a:r>
                      <a:r>
                        <a:rPr lang="ko-KR" altLang="en-US" sz="1100" kern="1200" spc="-5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여편의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영화 상영</a:t>
                      </a:r>
                    </a:p>
                  </a:txBody>
                  <a:tcPr marL="144000" marR="0"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10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spc="-5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행사 장소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영화의전당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해운대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spc="-5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센텀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남포동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김해국제공항 등 부산 전역</a:t>
                      </a:r>
                      <a:endParaRPr lang="en-US" altLang="ko-KR" sz="1100" kern="1200" spc="-5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44000" marR="0"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764498"/>
                  </a:ext>
                </a:extLst>
              </a:tr>
              <a:tr h="53710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spc="-5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행사 구성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개막식   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|   14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 프로그램   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|   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폐막식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&amp;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시상식</a:t>
                      </a:r>
                      <a:endParaRPr lang="en-US" altLang="ko-KR" sz="1100" kern="1200" spc="-5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44000" marR="0"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913012"/>
                  </a:ext>
                </a:extLst>
              </a:tr>
              <a:tr h="53710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spc="-5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주최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부산국제영화제</a:t>
                      </a:r>
                    </a:p>
                  </a:txBody>
                  <a:tcPr marL="144000" marR="0"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932154"/>
                  </a:ext>
                </a:extLst>
              </a:tr>
              <a:tr h="53710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spc="-5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주관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부산국제영화제</a:t>
                      </a:r>
                    </a:p>
                  </a:txBody>
                  <a:tcPr marL="144000" marR="0"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411558"/>
                  </a:ext>
                </a:extLst>
              </a:tr>
              <a:tr h="537103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spc="-5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후원</a:t>
                      </a:r>
                    </a:p>
                  </a:txBody>
                  <a:tcPr marL="108000" marR="108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F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F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문화체육관광부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부산광역시</a:t>
                      </a:r>
                      <a:r>
                        <a:rPr lang="en-US" altLang="ko-KR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spc="-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영화진흥위원회</a:t>
                      </a:r>
                    </a:p>
                  </a:txBody>
                  <a:tcPr marL="144000" marR="0"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F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156902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9FE20637-8C7E-574C-A1E7-9D1B5BE2C564}"/>
              </a:ext>
            </a:extLst>
          </p:cNvPr>
          <p:cNvSpPr txBox="1"/>
          <p:nvPr/>
        </p:nvSpPr>
        <p:spPr>
          <a:xfrm>
            <a:off x="5474978" y="3738705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표 </a:t>
            </a:r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3CC2ED7D-331C-AC88-575E-B517A0D81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130636"/>
              </p:ext>
            </p:extLst>
          </p:nvPr>
        </p:nvGraphicFramePr>
        <p:xfrm>
          <a:off x="10485474" y="514873"/>
          <a:ext cx="9668528" cy="40939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224">
                  <a:extLst>
                    <a:ext uri="{9D8B030D-6E8A-4147-A177-3AD203B41FA5}">
                      <a16:colId xmlns:a16="http://schemas.microsoft.com/office/drawing/2014/main" val="4022676015"/>
                    </a:ext>
                  </a:extLst>
                </a:gridCol>
                <a:gridCol w="1041224">
                  <a:extLst>
                    <a:ext uri="{9D8B030D-6E8A-4147-A177-3AD203B41FA5}">
                      <a16:colId xmlns:a16="http://schemas.microsoft.com/office/drawing/2014/main" val="1251422603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2037544047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3062409244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1255854025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1186355896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3932082498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45677812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3747097483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866287310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504719181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984023833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772052518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954049280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1950142275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1313816461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645508609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1403563227"/>
                    </a:ext>
                  </a:extLst>
                </a:gridCol>
                <a:gridCol w="446240">
                  <a:extLst>
                    <a:ext uri="{9D8B030D-6E8A-4147-A177-3AD203B41FA5}">
                      <a16:colId xmlns:a16="http://schemas.microsoft.com/office/drawing/2014/main" val="2379486714"/>
                    </a:ext>
                  </a:extLst>
                </a:gridCol>
              </a:tblGrid>
              <a:tr h="181177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거점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인원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gridSpan="17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9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1" kern="1200" spc="-7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41968"/>
                  </a:ext>
                </a:extLst>
              </a:tr>
              <a:tr h="181177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kern="1200" spc="-7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6208" marR="6208" marT="6208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6~14</a:t>
                      </a:r>
                      <a:endParaRPr lang="ko-KR" altLang="en-US" sz="1100" b="0" kern="1200" spc="-7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15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16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17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18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19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20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21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22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23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24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25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26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27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28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29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30 </a:t>
                      </a:r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21056"/>
                  </a:ext>
                </a:extLst>
              </a:tr>
              <a:tr h="287045"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수송본부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-7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의전차</a:t>
                      </a:r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)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수퍼바이저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095969"/>
                  </a:ext>
                </a:extLst>
              </a:tr>
              <a:tr h="287045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매니저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308233"/>
                  </a:ext>
                </a:extLst>
              </a:tr>
              <a:tr h="287045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스케줄러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913440"/>
                  </a:ext>
                </a:extLst>
              </a:tr>
              <a:tr h="287045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총무 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540483"/>
                  </a:ext>
                </a:extLst>
              </a:tr>
              <a:tr h="287045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수송본부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-7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게스트셔틀</a:t>
                      </a:r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)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수퍼바이저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3657"/>
                  </a:ext>
                </a:extLst>
              </a:tr>
              <a:tr h="287045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매니저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29908"/>
                  </a:ext>
                </a:extLst>
              </a:tr>
              <a:tr h="287045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김해공항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수퍼바이저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958990"/>
                  </a:ext>
                </a:extLst>
              </a:tr>
              <a:tr h="287045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매니저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36712"/>
                  </a:ext>
                </a:extLst>
              </a:tr>
              <a:tr h="287045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진행요원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685079"/>
                  </a:ext>
                </a:extLst>
              </a:tr>
              <a:tr h="287045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인천공항 </a:t>
                      </a:r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T1, T2</a:t>
                      </a:r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매니저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26883"/>
                  </a:ext>
                </a:extLst>
              </a:tr>
              <a:tr h="287045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진행요원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rgbClr val="2D2F9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rgbClr val="2D2F93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61062"/>
                  </a:ext>
                </a:extLst>
              </a:tr>
              <a:tr h="28704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김포공항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매니저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100" b="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975537"/>
                  </a:ext>
                </a:extLst>
              </a:tr>
              <a:tr h="28704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투입인력 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100" b="0" kern="1200" spc="-7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902933"/>
                  </a:ext>
                </a:extLst>
              </a:tr>
            </a:tbl>
          </a:graphicData>
        </a:graphic>
      </p:graphicFrame>
      <p:sp>
        <p:nvSpPr>
          <p:cNvPr id="86" name="TextBox 85">
            <a:extLst>
              <a:ext uri="{FF2B5EF4-FFF2-40B4-BE49-F238E27FC236}">
                <a16:creationId xmlns:a16="http://schemas.microsoft.com/office/drawing/2014/main" id="{20D5004F-D623-FE61-D222-D45FA1FF90DA}"/>
              </a:ext>
            </a:extLst>
          </p:cNvPr>
          <p:cNvSpPr txBox="1"/>
          <p:nvPr/>
        </p:nvSpPr>
        <p:spPr>
          <a:xfrm>
            <a:off x="10485474" y="233566"/>
            <a:ext cx="482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표 </a:t>
            </a:r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250029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2EFEFCC-DA2F-D66A-6190-2A99C0787A30}"/>
              </a:ext>
            </a:extLst>
          </p:cNvPr>
          <p:cNvGrpSpPr/>
          <p:nvPr/>
        </p:nvGrpSpPr>
        <p:grpSpPr>
          <a:xfrm>
            <a:off x="164040" y="540246"/>
            <a:ext cx="9720264" cy="3453020"/>
            <a:chOff x="164040" y="540246"/>
            <a:chExt cx="9720264" cy="34530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AA7ECA1-BB71-AE36-35E2-D49FF346E990}"/>
                </a:ext>
              </a:extLst>
            </p:cNvPr>
            <p:cNvSpPr txBox="1"/>
            <p:nvPr/>
          </p:nvSpPr>
          <p:spPr>
            <a:xfrm>
              <a:off x="662270" y="1010013"/>
              <a:ext cx="4181721" cy="2983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ctr" defTabSz="483163" rtl="0" eaLnBrk="1" fontAlgn="base" latinLnBrk="0" hangingPunct="1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buSzTx/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1</a:t>
              </a:r>
              <a:br>
                <a:rPr lang="en-US" altLang="ko-KR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lang="en-US" altLang="ko-KR" sz="120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R="0" lvl="0" algn="ctr" defTabSz="483163" rtl="0" eaLnBrk="1" fontAlgn="base" latinLnBrk="0" hangingPunct="1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buSzTx/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2</a:t>
              </a:r>
              <a:br>
                <a:rPr kumimoji="0" lang="en-US" altLang="ko-KR" sz="12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lang="en-US" altLang="ko-KR" sz="120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fontAlgn="base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3</a:t>
              </a:r>
              <a:br>
                <a:rPr lang="en-US" altLang="ko-KR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lang="en-US" altLang="ko-KR" sz="120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fontAlgn="base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4</a:t>
              </a:r>
              <a:br>
                <a:rPr kumimoji="0" lang="en-US" altLang="ko-KR" sz="12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kumimoji="0" lang="ko-KR" altLang="en-US" sz="12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kumimoji="0" lang="en-US" altLang="ko-KR" sz="1200" b="0" i="0" u="none" strike="noStrike" kern="1200" cap="none" spc="-8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fontAlgn="base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5</a:t>
              </a:r>
              <a:br>
                <a:rPr lang="en-US" altLang="ko-KR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kumimoji="0" lang="en-US" altLang="ko-KR" sz="1200" b="0" i="0" u="none" strike="noStrike" kern="1200" cap="none" spc="-8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F4BBEF6-BB50-AB15-1626-5B50E05AC9A4}"/>
                </a:ext>
              </a:extLst>
            </p:cNvPr>
            <p:cNvSpPr/>
            <p:nvPr/>
          </p:nvSpPr>
          <p:spPr>
            <a:xfrm>
              <a:off x="164040" y="540246"/>
              <a:ext cx="9720264" cy="402363"/>
            </a:xfrm>
            <a:prstGeom prst="rect">
              <a:avLst/>
            </a:prstGeom>
            <a:solidFill>
              <a:srgbClr val="1987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ko-KR" altLang="en-US" sz="1400" spc="-100" dirty="0">
                  <a:solidFill>
                    <a:prstClr val="white"/>
                  </a:solidFill>
                  <a:latin typeface="Pretendard ExtraBold"/>
                  <a:ea typeface="Pretendard ExtraBold"/>
                  <a:cs typeface="Pretendard SemiBold" panose="02000703000000020004" pitchFamily="50" charset="-127"/>
                </a:rPr>
                <a:t>제목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7B85214-DF83-E743-D3E0-AE9D20EDC405}"/>
                </a:ext>
              </a:extLst>
            </p:cNvPr>
            <p:cNvSpPr txBox="1"/>
            <p:nvPr/>
          </p:nvSpPr>
          <p:spPr>
            <a:xfrm>
              <a:off x="5224439" y="1010013"/>
              <a:ext cx="4181721" cy="2983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83163" fontAlgn="base" latinLnBrk="0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1</a:t>
              </a:r>
              <a:br>
                <a:rPr lang="en-US" altLang="ko-KR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lang="en-US" altLang="ko-KR" sz="120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lvl="0" algn="ctr" defTabSz="483163" fontAlgn="base" latinLnBrk="0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2</a:t>
              </a:r>
              <a:br>
                <a:rPr lang="en-US" altLang="ko-KR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lang="en-US" altLang="ko-KR" sz="120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fontAlgn="base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3</a:t>
              </a:r>
              <a:br>
                <a:rPr lang="en-US" altLang="ko-KR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lang="en-US" altLang="ko-KR" sz="120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fontAlgn="base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4</a:t>
              </a:r>
              <a:br>
                <a:rPr lang="en-US" altLang="ko-KR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lang="en-US" altLang="ko-KR" sz="120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fontAlgn="base">
                <a:lnSpc>
                  <a:spcPct val="130000"/>
                </a:lnSpc>
                <a:spcAft>
                  <a:spcPts val="1000"/>
                </a:spcAft>
                <a:buClr>
                  <a:srgbClr val="262626"/>
                </a:buClr>
                <a:tabLst>
                  <a:tab pos="82550" algn="l"/>
                </a:tabLst>
                <a:defRPr/>
              </a:pPr>
              <a:r>
                <a:rPr lang="ko-KR" altLang="en-US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사례</a:t>
              </a:r>
              <a:r>
                <a:rPr lang="en-US" altLang="ko-KR" sz="1200" spc="-80" dirty="0">
                  <a:solidFill>
                    <a:prstClr val="black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5</a:t>
              </a:r>
              <a:br>
                <a:rPr lang="en-US" altLang="ko-KR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2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내용</a:t>
              </a:r>
              <a:endParaRPr lang="en-US" altLang="ko-KR" sz="120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F90E964-0F88-0EC5-F387-17F863D17947}"/>
              </a:ext>
            </a:extLst>
          </p:cNvPr>
          <p:cNvSpPr txBox="1"/>
          <p:nvPr/>
        </p:nvSpPr>
        <p:spPr>
          <a:xfrm>
            <a:off x="164040" y="233567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리스트 구조</a:t>
            </a:r>
          </a:p>
        </p:txBody>
      </p:sp>
    </p:spTree>
    <p:extLst>
      <p:ext uri="{BB962C8B-B14F-4D97-AF65-F5344CB8AC3E}">
        <p14:creationId xmlns:p14="http://schemas.microsoft.com/office/powerpoint/2010/main" val="3483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2D2B08-0CDB-CABB-0622-6CE0382F9C93}"/>
              </a:ext>
            </a:extLst>
          </p:cNvPr>
          <p:cNvSpPr/>
          <p:nvPr/>
        </p:nvSpPr>
        <p:spPr>
          <a:xfrm rot="10800000">
            <a:off x="750093" y="1797940"/>
            <a:ext cx="10691814" cy="1162094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0">
                <a:schemeClr val="bg1"/>
              </a:gs>
              <a:gs pos="0">
                <a:srgbClr val="91A0CB">
                  <a:alpha val="50000"/>
                </a:srgbClr>
              </a:gs>
              <a:gs pos="100000">
                <a:srgbClr val="D3A4AE">
                  <a:alpha val="50000"/>
                </a:srgb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600" dirty="0">
              <a:solidFill>
                <a:srgbClr val="FFFF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B420C-3767-2DFA-A26D-5636EDE7328C}"/>
              </a:ext>
            </a:extLst>
          </p:cNvPr>
          <p:cNvSpPr txBox="1"/>
          <p:nvPr/>
        </p:nvSpPr>
        <p:spPr>
          <a:xfrm>
            <a:off x="1301313" y="1917130"/>
            <a:ext cx="958937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제안사는</a:t>
            </a:r>
            <a:r>
              <a:rPr lang="ko-KR" altLang="en-US" sz="1400" dirty="0">
                <a:solidFill>
                  <a:srgbClr val="FF505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행사</a:t>
            </a:r>
            <a:r>
              <a:rPr lang="ko-KR" altLang="en-US" sz="1400" dirty="0">
                <a:solidFill>
                  <a:srgbClr val="E2001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목적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</a:t>
            </a:r>
            <a:r>
              <a:rPr lang="ko-KR" altLang="en-US" sz="1400" dirty="0">
                <a:solidFill>
                  <a:srgbClr val="FF505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400" dirty="0">
                <a:solidFill>
                  <a:srgbClr val="E2001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운영의 특성</a:t>
            </a:r>
            <a:r>
              <a:rPr lang="en-US" altLang="ko-KR" sz="1400" dirty="0">
                <a:solidFill>
                  <a:srgbClr val="E2001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1400" dirty="0">
                <a:solidFill>
                  <a:srgbClr val="E2001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지리적 동선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을 깊게 이해하고 있는</a:t>
            </a:r>
            <a:r>
              <a:rPr lang="ko-KR" altLang="en-US" sz="1400" dirty="0">
                <a:solidFill>
                  <a:srgbClr val="FF505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400" dirty="0">
                <a:solidFill>
                  <a:srgbClr val="E2001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최고의 전문가 그룹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입니다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  <a:p>
            <a:pPr algn="ctr">
              <a:lnSpc>
                <a:spcPct val="120000"/>
              </a:lnSpc>
            </a:pPr>
            <a:endParaRPr lang="en-US" altLang="ko-KR" sz="7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부산에서 열린 국제 행사의 수송을 총괄했던 경험과 국제시상식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럭셔리 이벤트의 수송을 담당했던 노하우를 살려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신속하고 세심한 준비와 치밀한 운영으로 가장 신뢰할 수 있는 수송 서비스를 제공하겠습니다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2CDA45F-D263-9D8E-4534-D1823BEE0636}"/>
              </a:ext>
            </a:extLst>
          </p:cNvPr>
          <p:cNvGrpSpPr/>
          <p:nvPr/>
        </p:nvGrpSpPr>
        <p:grpSpPr>
          <a:xfrm>
            <a:off x="750093" y="4995826"/>
            <a:ext cx="10691814" cy="714936"/>
            <a:chOff x="-1" y="6418647"/>
            <a:chExt cx="7420305" cy="496178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3B765B71-B35F-729E-4D08-5BA0CCF17B8E}"/>
                </a:ext>
              </a:extLst>
            </p:cNvPr>
            <p:cNvGrpSpPr/>
            <p:nvPr/>
          </p:nvGrpSpPr>
          <p:grpSpPr>
            <a:xfrm>
              <a:off x="-1" y="6418647"/>
              <a:ext cx="7420305" cy="496178"/>
              <a:chOff x="-1" y="6523747"/>
              <a:chExt cx="7420305" cy="496178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1E978E0E-06B3-4979-A850-B24C194E60F0}"/>
                  </a:ext>
                </a:extLst>
              </p:cNvPr>
              <p:cNvSpPr/>
              <p:nvPr/>
            </p:nvSpPr>
            <p:spPr>
              <a:xfrm>
                <a:off x="0" y="6523747"/>
                <a:ext cx="7420304" cy="496178"/>
              </a:xfrm>
              <a:prstGeom prst="rect">
                <a:avLst/>
              </a:prstGeom>
              <a:solidFill>
                <a:srgbClr val="E200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FB5CD2F7-58D8-0CF3-69F0-817AEE91D9CA}"/>
                  </a:ext>
                </a:extLst>
              </p:cNvPr>
              <p:cNvSpPr/>
              <p:nvPr/>
            </p:nvSpPr>
            <p:spPr>
              <a:xfrm>
                <a:off x="-1" y="6523747"/>
                <a:ext cx="7420305" cy="496178"/>
              </a:xfrm>
              <a:prstGeom prst="rect">
                <a:avLst/>
              </a:prstGeom>
              <a:gradFill>
                <a:gsLst>
                  <a:gs pos="20000">
                    <a:srgbClr val="2D2F93">
                      <a:alpha val="0"/>
                    </a:srgbClr>
                  </a:gs>
                  <a:gs pos="50000">
                    <a:srgbClr val="2D2F93">
                      <a:alpha val="0"/>
                    </a:srgbClr>
                  </a:gs>
                  <a:gs pos="0">
                    <a:srgbClr val="2D2F93"/>
                  </a:gs>
                  <a:gs pos="79000">
                    <a:srgbClr val="2D2F93">
                      <a:alpha val="0"/>
                    </a:srgbClr>
                  </a:gs>
                  <a:gs pos="100000">
                    <a:srgbClr val="2D2F93"/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B6F9170-9087-51D3-FF11-8563085A0516}"/>
                </a:ext>
              </a:extLst>
            </p:cNvPr>
            <p:cNvSpPr txBox="1"/>
            <p:nvPr/>
          </p:nvSpPr>
          <p:spPr>
            <a:xfrm>
              <a:off x="304800" y="6566747"/>
              <a:ext cx="6943078" cy="199979"/>
            </a:xfrm>
            <a:prstGeom prst="rect">
              <a:avLst/>
            </a:prstGeom>
            <a:noFill/>
          </p:spPr>
          <p:txBody>
            <a:bodyPr wrap="square" tIns="36000" bIns="36000" rtlCol="0" anchor="ctr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ko-KR" altLang="en-US" sz="1400" spc="-7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전문 인력</a:t>
              </a:r>
              <a:r>
                <a:rPr lang="en-US" altLang="ko-KR" sz="1400" spc="-7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, </a:t>
              </a:r>
              <a:r>
                <a:rPr lang="ko-KR" altLang="en-US" sz="1400" spc="-7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탁월한 노하우를 통해</a:t>
              </a:r>
              <a:r>
                <a:rPr lang="en-US" altLang="ko-KR" sz="1400" spc="-7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 </a:t>
              </a:r>
              <a:r>
                <a:rPr lang="ko-KR" altLang="en-US" sz="1400" spc="-7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상황실을 운영하고 </a:t>
              </a:r>
              <a:r>
                <a:rPr lang="ko-KR" altLang="en-US" sz="1400" spc="-7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안정된 소통 환경</a:t>
              </a:r>
              <a:r>
                <a:rPr lang="ko-KR" altLang="en-US" sz="1400" spc="-7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을 구축하겠습니다</a:t>
              </a:r>
              <a:endParaRPr lang="en-US" altLang="ko-KR" sz="14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DB90665-9AF3-1B4B-1125-15C91B653BF6}"/>
              </a:ext>
            </a:extLst>
          </p:cNvPr>
          <p:cNvGrpSpPr/>
          <p:nvPr/>
        </p:nvGrpSpPr>
        <p:grpSpPr>
          <a:xfrm>
            <a:off x="750093" y="3506540"/>
            <a:ext cx="10691814" cy="1177644"/>
            <a:chOff x="15240" y="2007986"/>
            <a:chExt cx="10676574" cy="110017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902ECA3-DE6C-1602-E32A-4A15CE6BC7B3}"/>
                </a:ext>
              </a:extLst>
            </p:cNvPr>
            <p:cNvSpPr/>
            <p:nvPr/>
          </p:nvSpPr>
          <p:spPr>
            <a:xfrm>
              <a:off x="15240" y="2007986"/>
              <a:ext cx="10676574" cy="1100170"/>
            </a:xfrm>
            <a:prstGeom prst="roundRect">
              <a:avLst>
                <a:gd name="adj" fmla="val 0"/>
              </a:avLst>
            </a:prstGeom>
            <a:solidFill>
              <a:srgbClr val="1D277A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51FF19B-FA6D-B6BD-C2D7-FF560E6F6CB1}"/>
                </a:ext>
              </a:extLst>
            </p:cNvPr>
            <p:cNvSpPr/>
            <p:nvPr/>
          </p:nvSpPr>
          <p:spPr>
            <a:xfrm>
              <a:off x="15240" y="2007986"/>
              <a:ext cx="10676574" cy="110017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chemeClr val="tx1">
                    <a:alpha val="0"/>
                  </a:schemeClr>
                </a:gs>
                <a:gs pos="0">
                  <a:schemeClr val="tx1">
                    <a:alpha val="50000"/>
                  </a:schemeClr>
                </a:gs>
                <a:gs pos="100000">
                  <a:schemeClr val="tx1">
                    <a:alpha val="50000"/>
                  </a:schemeClr>
                </a:gs>
              </a:gsLst>
              <a:lin ang="0" scaled="1"/>
              <a:tileRect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F518EC-0116-CB97-9A3D-7F69D1C31AC6}"/>
              </a:ext>
            </a:extLst>
          </p:cNvPr>
          <p:cNvSpPr/>
          <p:nvPr/>
        </p:nvSpPr>
        <p:spPr>
          <a:xfrm>
            <a:off x="3679845" y="3743984"/>
            <a:ext cx="4847549" cy="702756"/>
          </a:xfrm>
          <a:prstGeom prst="rect">
            <a:avLst/>
          </a:prstGeom>
        </p:spPr>
        <p:txBody>
          <a:bodyPr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다양한 규모</a:t>
            </a:r>
            <a:r>
              <a:rPr lang="en-US" altLang="ko-KR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다양한 목적의 성공적인 행사 개최를 위한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기획부터</a:t>
            </a:r>
            <a:r>
              <a:rPr lang="en-US" altLang="ko-KR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현장 운영</a:t>
            </a:r>
            <a:r>
              <a:rPr lang="en-US" altLang="ko-KR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마무리까지 </a:t>
            </a:r>
            <a:r>
              <a:rPr lang="en-US" altLang="ko-KR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24</a:t>
            </a: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시간 </a:t>
            </a:r>
            <a:r>
              <a:rPr lang="ko-KR" altLang="en-US" sz="1100" spc="-7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전담팀</a:t>
            </a: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배치로</a:t>
            </a:r>
            <a:endParaRPr lang="en-US" altLang="ko-KR" sz="1100" spc="-7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전문적인 </a:t>
            </a:r>
            <a:r>
              <a:rPr lang="en-US" altLang="ko-KR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MICE </a:t>
            </a: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의전</a:t>
            </a:r>
            <a:r>
              <a:rPr lang="en-US" altLang="ko-KR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수송</a:t>
            </a:r>
            <a:r>
              <a:rPr lang="en-US" altLang="ko-KR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행사 솔루션을 제공합니다</a:t>
            </a:r>
            <a:r>
              <a:rPr lang="en-US" altLang="ko-KR" sz="1100" spc="-7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A130FC-9C01-4A58-3CA7-C47E8C5EADA2}"/>
              </a:ext>
            </a:extLst>
          </p:cNvPr>
          <p:cNvSpPr txBox="1"/>
          <p:nvPr/>
        </p:nvSpPr>
        <p:spPr>
          <a:xfrm>
            <a:off x="1078017" y="4254489"/>
            <a:ext cx="1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공항 의전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B42D6B-819C-8BCC-A383-8C0D8ADD9836}"/>
              </a:ext>
            </a:extLst>
          </p:cNvPr>
          <p:cNvSpPr txBox="1"/>
          <p:nvPr/>
        </p:nvSpPr>
        <p:spPr>
          <a:xfrm>
            <a:off x="2139916" y="4254489"/>
            <a:ext cx="1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수송 기획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79205D-E162-8370-5575-D95ABF7B54B8}"/>
              </a:ext>
            </a:extLst>
          </p:cNvPr>
          <p:cNvSpPr txBox="1"/>
          <p:nvPr/>
        </p:nvSpPr>
        <p:spPr>
          <a:xfrm>
            <a:off x="7971828" y="4254489"/>
            <a:ext cx="1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차량 확보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운영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DF8821-F709-5A4D-AB18-E102DD48F640}"/>
              </a:ext>
            </a:extLst>
          </p:cNvPr>
          <p:cNvSpPr txBox="1"/>
          <p:nvPr/>
        </p:nvSpPr>
        <p:spPr>
          <a:xfrm>
            <a:off x="10060924" y="4254489"/>
            <a:ext cx="1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컨시어지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&amp;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쇼퍼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C43742-0A91-FB49-E605-75F5BA460302}"/>
              </a:ext>
            </a:extLst>
          </p:cNvPr>
          <p:cNvSpPr txBox="1"/>
          <p:nvPr/>
        </p:nvSpPr>
        <p:spPr>
          <a:xfrm>
            <a:off x="9016376" y="4254489"/>
            <a:ext cx="1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운영 및 관리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5BD477-5A39-CE00-49DE-10FDAA349A2D}"/>
              </a:ext>
            </a:extLst>
          </p:cNvPr>
          <p:cNvSpPr txBox="1"/>
          <p:nvPr/>
        </p:nvSpPr>
        <p:spPr>
          <a:xfrm>
            <a:off x="3201815" y="4254489"/>
            <a:ext cx="1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rPr>
              <a:t>상황본부 운영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+mn-cs"/>
            </a:endParaRPr>
          </a:p>
        </p:txBody>
      </p:sp>
      <p:pic>
        <p:nvPicPr>
          <p:cNvPr id="23" name="Picture 5" descr="C:\Users\yjkang\Downloads\noun\noun_Van_3232.png">
            <a:extLst>
              <a:ext uri="{FF2B5EF4-FFF2-40B4-BE49-F238E27FC236}">
                <a16:creationId xmlns:a16="http://schemas.microsoft.com/office/drawing/2014/main" id="{402405B5-7964-4AE2-9FBB-0E92258B15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3971"/>
          <a:stretch/>
        </p:blipFill>
        <p:spPr bwMode="auto">
          <a:xfrm>
            <a:off x="8268928" y="3749027"/>
            <a:ext cx="485800" cy="41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C:\Users\yjkang\Downloads\noun\noun_Headphones_1015660.png">
            <a:extLst>
              <a:ext uri="{FF2B5EF4-FFF2-40B4-BE49-F238E27FC236}">
                <a16:creationId xmlns:a16="http://schemas.microsoft.com/office/drawing/2014/main" id="{B8FAC936-69CB-0253-AB8E-E51698228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260"/>
          <a:stretch/>
        </p:blipFill>
        <p:spPr bwMode="auto">
          <a:xfrm>
            <a:off x="3483908" y="3736861"/>
            <a:ext cx="515814" cy="4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7" descr="C:\Users\yjkang\Downloads\noun_staff_990390.png">
            <a:extLst>
              <a:ext uri="{FF2B5EF4-FFF2-40B4-BE49-F238E27FC236}">
                <a16:creationId xmlns:a16="http://schemas.microsoft.com/office/drawing/2014/main" id="{029891DE-C4EA-43A5-31EF-4BD7FA6A7A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849"/>
          <a:stretch/>
        </p:blipFill>
        <p:spPr bwMode="auto">
          <a:xfrm>
            <a:off x="9293598" y="3736861"/>
            <a:ext cx="525556" cy="4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3" descr="C:\Users\yjkang\Downloads\noun_Airport_370506.png">
            <a:extLst>
              <a:ext uri="{FF2B5EF4-FFF2-40B4-BE49-F238E27FC236}">
                <a16:creationId xmlns:a16="http://schemas.microsoft.com/office/drawing/2014/main" id="{4F003FFB-6C86-D458-F8C3-A15B946AD7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941" t="-1312" r="15465" b="18768"/>
          <a:stretch/>
        </p:blipFill>
        <p:spPr bwMode="auto">
          <a:xfrm>
            <a:off x="1434848" y="3737574"/>
            <a:ext cx="366338" cy="44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C:\Users\yjkang\Downloads\noun_route_3202998.png">
            <a:extLst>
              <a:ext uri="{FF2B5EF4-FFF2-40B4-BE49-F238E27FC236}">
                <a16:creationId xmlns:a16="http://schemas.microsoft.com/office/drawing/2014/main" id="{EFE05176-504C-7C18-9DAE-78C5EDD6FD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4" t="11318" r="-514" b="23815"/>
          <a:stretch/>
        </p:blipFill>
        <p:spPr bwMode="auto">
          <a:xfrm>
            <a:off x="2382255" y="3764907"/>
            <a:ext cx="595322" cy="38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yjkang\Downloads\noun\noun_Driver_1877702.png">
            <a:extLst>
              <a:ext uri="{FF2B5EF4-FFF2-40B4-BE49-F238E27FC236}">
                <a16:creationId xmlns:a16="http://schemas.microsoft.com/office/drawing/2014/main" id="{FD2FAC68-16E6-86CA-D6DC-6229BC7D63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11" r="10520" b="15194"/>
          <a:stretch/>
        </p:blipFill>
        <p:spPr bwMode="auto">
          <a:xfrm>
            <a:off x="10358024" y="3743984"/>
            <a:ext cx="459472" cy="48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0CCC8F4-C908-6284-64AA-227801E970A2}"/>
              </a:ext>
            </a:extLst>
          </p:cNvPr>
          <p:cNvSpPr txBox="1"/>
          <p:nvPr/>
        </p:nvSpPr>
        <p:spPr>
          <a:xfrm>
            <a:off x="49357" y="23356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인사이트 박스</a:t>
            </a:r>
          </a:p>
        </p:txBody>
      </p:sp>
    </p:spTree>
    <p:extLst>
      <p:ext uri="{BB962C8B-B14F-4D97-AF65-F5344CB8AC3E}">
        <p14:creationId xmlns:p14="http://schemas.microsoft.com/office/powerpoint/2010/main" val="3292577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2B501899-4A4B-7F0D-4427-2E07556A833D}"/>
              </a:ext>
            </a:extLst>
          </p:cNvPr>
          <p:cNvGrpSpPr/>
          <p:nvPr/>
        </p:nvGrpSpPr>
        <p:grpSpPr>
          <a:xfrm>
            <a:off x="1301313" y="1114169"/>
            <a:ext cx="9720263" cy="2604961"/>
            <a:chOff x="485775" y="3436126"/>
            <a:chExt cx="9720263" cy="260496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A427EBF-5E58-BA06-3A15-F3174AAE52D5}"/>
                </a:ext>
              </a:extLst>
            </p:cNvPr>
            <p:cNvGrpSpPr/>
            <p:nvPr/>
          </p:nvGrpSpPr>
          <p:grpSpPr>
            <a:xfrm>
              <a:off x="485775" y="3436126"/>
              <a:ext cx="9720263" cy="2604961"/>
              <a:chOff x="485775" y="3199724"/>
              <a:chExt cx="9656829" cy="2587961"/>
            </a:xfrm>
          </p:grpSpPr>
          <p:sp>
            <p:nvSpPr>
              <p:cNvPr id="7" name="Block Arc 4">
                <a:extLst>
                  <a:ext uri="{FF2B5EF4-FFF2-40B4-BE49-F238E27FC236}">
                    <a16:creationId xmlns:a16="http://schemas.microsoft.com/office/drawing/2014/main" id="{B52D8A00-177D-2366-1C71-9780D07C767B}"/>
                  </a:ext>
                </a:extLst>
              </p:cNvPr>
              <p:cNvSpPr/>
              <p:nvPr/>
            </p:nvSpPr>
            <p:spPr>
              <a:xfrm flipV="1">
                <a:off x="7554643" y="3199724"/>
                <a:ext cx="2587961" cy="2587961"/>
              </a:xfrm>
              <a:prstGeom prst="blockArc">
                <a:avLst>
                  <a:gd name="adj1" fmla="val 10800000"/>
                  <a:gd name="adj2" fmla="val 17099"/>
                  <a:gd name="adj3" fmla="val 902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8" name="Block Arc 4">
                <a:extLst>
                  <a:ext uri="{FF2B5EF4-FFF2-40B4-BE49-F238E27FC236}">
                    <a16:creationId xmlns:a16="http://schemas.microsoft.com/office/drawing/2014/main" id="{22B83260-9796-8BC0-F960-2C539914F759}"/>
                  </a:ext>
                </a:extLst>
              </p:cNvPr>
              <p:cNvSpPr/>
              <p:nvPr/>
            </p:nvSpPr>
            <p:spPr>
              <a:xfrm flipV="1">
                <a:off x="2843569" y="3199724"/>
                <a:ext cx="2587961" cy="2587961"/>
              </a:xfrm>
              <a:prstGeom prst="blockArc">
                <a:avLst>
                  <a:gd name="adj1" fmla="val 10800000"/>
                  <a:gd name="adj2" fmla="val 17099"/>
                  <a:gd name="adj3" fmla="val 902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9" name="Block Arc 5">
                <a:extLst>
                  <a:ext uri="{FF2B5EF4-FFF2-40B4-BE49-F238E27FC236}">
                    <a16:creationId xmlns:a16="http://schemas.microsoft.com/office/drawing/2014/main" id="{728DEF77-4ECE-09AE-20A3-61C10FAA03DB}"/>
                  </a:ext>
                </a:extLst>
              </p:cNvPr>
              <p:cNvSpPr/>
              <p:nvPr/>
            </p:nvSpPr>
            <p:spPr>
              <a:xfrm>
                <a:off x="5199106" y="3199724"/>
                <a:ext cx="2587961" cy="2587961"/>
              </a:xfrm>
              <a:prstGeom prst="blockArc">
                <a:avLst>
                  <a:gd name="adj1" fmla="val 10800000"/>
                  <a:gd name="adj2" fmla="val 17099"/>
                  <a:gd name="adj3" fmla="val 902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0" name="Block Arc 2">
                <a:extLst>
                  <a:ext uri="{FF2B5EF4-FFF2-40B4-BE49-F238E27FC236}">
                    <a16:creationId xmlns:a16="http://schemas.microsoft.com/office/drawing/2014/main" id="{1E3651FC-B8E2-A7B5-0A12-C51D5FC695E8}"/>
                  </a:ext>
                </a:extLst>
              </p:cNvPr>
              <p:cNvSpPr/>
              <p:nvPr/>
            </p:nvSpPr>
            <p:spPr>
              <a:xfrm>
                <a:off x="485775" y="3199724"/>
                <a:ext cx="2587961" cy="2587961"/>
              </a:xfrm>
              <a:prstGeom prst="blockArc">
                <a:avLst>
                  <a:gd name="adj1" fmla="val 10800000"/>
                  <a:gd name="adj2" fmla="val 17099"/>
                  <a:gd name="adj3" fmla="val 902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1" name="Block Arc 7">
                <a:extLst>
                  <a:ext uri="{FF2B5EF4-FFF2-40B4-BE49-F238E27FC236}">
                    <a16:creationId xmlns:a16="http://schemas.microsoft.com/office/drawing/2014/main" id="{A01ABC2B-2504-19A3-ECE1-79B57167D89E}"/>
                  </a:ext>
                </a:extLst>
              </p:cNvPr>
              <p:cNvSpPr/>
              <p:nvPr/>
            </p:nvSpPr>
            <p:spPr>
              <a:xfrm flipV="1">
                <a:off x="485775" y="3199724"/>
                <a:ext cx="2587961" cy="2587961"/>
              </a:xfrm>
              <a:prstGeom prst="blockArc">
                <a:avLst>
                  <a:gd name="adj1" fmla="val 10800000"/>
                  <a:gd name="adj2" fmla="val 17099"/>
                  <a:gd name="adj3" fmla="val 9020"/>
                </a:avLst>
              </a:prstGeom>
              <a:gradFill flip="none" rotWithShape="1">
                <a:gsLst>
                  <a:gs pos="0">
                    <a:srgbClr val="E20011"/>
                  </a:gs>
                  <a:gs pos="100000">
                    <a:srgbClr val="2D2F93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2" name="Block Arc 8">
                <a:extLst>
                  <a:ext uri="{FF2B5EF4-FFF2-40B4-BE49-F238E27FC236}">
                    <a16:creationId xmlns:a16="http://schemas.microsoft.com/office/drawing/2014/main" id="{C0791A24-56A1-C373-6B9A-A409478C0F26}"/>
                  </a:ext>
                </a:extLst>
              </p:cNvPr>
              <p:cNvSpPr/>
              <p:nvPr/>
            </p:nvSpPr>
            <p:spPr>
              <a:xfrm>
                <a:off x="2843569" y="3199724"/>
                <a:ext cx="2587961" cy="2587961"/>
              </a:xfrm>
              <a:prstGeom prst="blockArc">
                <a:avLst>
                  <a:gd name="adj1" fmla="val 10800000"/>
                  <a:gd name="adj2" fmla="val 17099"/>
                  <a:gd name="adj3" fmla="val 9020"/>
                </a:avLst>
              </a:prstGeom>
              <a:gradFill flip="none" rotWithShape="1">
                <a:gsLst>
                  <a:gs pos="0">
                    <a:srgbClr val="E20011"/>
                  </a:gs>
                  <a:gs pos="100000">
                    <a:srgbClr val="2D2F93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" name="Block Arc 11">
                <a:extLst>
                  <a:ext uri="{FF2B5EF4-FFF2-40B4-BE49-F238E27FC236}">
                    <a16:creationId xmlns:a16="http://schemas.microsoft.com/office/drawing/2014/main" id="{CF7937CC-67B6-3C41-0480-BE66C6573D95}"/>
                  </a:ext>
                </a:extLst>
              </p:cNvPr>
              <p:cNvSpPr/>
              <p:nvPr/>
            </p:nvSpPr>
            <p:spPr>
              <a:xfrm flipV="1">
                <a:off x="5199106" y="3199724"/>
                <a:ext cx="2587961" cy="2587961"/>
              </a:xfrm>
              <a:prstGeom prst="blockArc">
                <a:avLst>
                  <a:gd name="adj1" fmla="val 10800000"/>
                  <a:gd name="adj2" fmla="val 17099"/>
                  <a:gd name="adj3" fmla="val 9020"/>
                </a:avLst>
              </a:prstGeom>
              <a:gradFill flip="none" rotWithShape="1">
                <a:gsLst>
                  <a:gs pos="0">
                    <a:srgbClr val="E20011"/>
                  </a:gs>
                  <a:gs pos="100000">
                    <a:srgbClr val="2D2F93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pic>
            <p:nvPicPr>
              <p:cNvPr id="30" name="Picture 2" descr="C:\Users\yjkang\Downloads\noun_Star Client_1638148.png">
                <a:extLst>
                  <a:ext uri="{FF2B5EF4-FFF2-40B4-BE49-F238E27FC236}">
                    <a16:creationId xmlns:a16="http://schemas.microsoft.com/office/drawing/2014/main" id="{280843C0-9954-5AA6-E584-4ED5D62EBD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4992"/>
              <a:stretch/>
            </p:blipFill>
            <p:spPr bwMode="auto">
              <a:xfrm>
                <a:off x="3732939" y="3797775"/>
                <a:ext cx="873490" cy="7425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78FC4D9-A13A-ADF3-D8A2-5ACE2E94D980}"/>
                  </a:ext>
                </a:extLst>
              </p:cNvPr>
              <p:cNvSpPr txBox="1"/>
              <p:nvPr/>
            </p:nvSpPr>
            <p:spPr>
              <a:xfrm>
                <a:off x="3668671" y="4544511"/>
                <a:ext cx="937758" cy="310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800" dirty="0"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No-Error</a:t>
                </a:r>
                <a:endParaRPr lang="ko-KR" altLang="en-US" sz="1800" dirty="0"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2E53DF3-BF28-C1A1-85BA-4FB61B376EA5}"/>
                  </a:ext>
                </a:extLst>
              </p:cNvPr>
              <p:cNvSpPr txBox="1"/>
              <p:nvPr/>
            </p:nvSpPr>
            <p:spPr>
              <a:xfrm>
                <a:off x="5734610" y="4569097"/>
                <a:ext cx="1516953" cy="310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800" dirty="0"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CONVENIENCE</a:t>
                </a:r>
                <a:endParaRPr lang="ko-KR" altLang="en-US" sz="1800" dirty="0"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7574C2B-C791-4DE4-4BCF-7832AA5ECA55}"/>
                  </a:ext>
                </a:extLst>
              </p:cNvPr>
              <p:cNvSpPr txBox="1"/>
              <p:nvPr/>
            </p:nvSpPr>
            <p:spPr>
              <a:xfrm>
                <a:off x="1403817" y="4569097"/>
                <a:ext cx="751877" cy="310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800" dirty="0"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QUICK</a:t>
                </a:r>
                <a:endParaRPr lang="ko-KR" altLang="en-US" sz="1800" dirty="0"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pic>
            <p:nvPicPr>
              <p:cNvPr id="39" name="Picture 2" descr="C:\Users\uswew\Downloads\noun_Safety_2922010.png">
                <a:extLst>
                  <a:ext uri="{FF2B5EF4-FFF2-40B4-BE49-F238E27FC236}">
                    <a16:creationId xmlns:a16="http://schemas.microsoft.com/office/drawing/2014/main" id="{7D120B78-6C58-B669-437B-BA78BF1634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2936"/>
              <a:stretch/>
            </p:blipFill>
            <p:spPr bwMode="auto">
              <a:xfrm>
                <a:off x="8472179" y="3874908"/>
                <a:ext cx="752887" cy="6554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6CC5E3A-2631-4181-C81B-3B6996FC57A0}"/>
                  </a:ext>
                </a:extLst>
              </p:cNvPr>
              <p:cNvSpPr txBox="1"/>
              <p:nvPr/>
            </p:nvSpPr>
            <p:spPr>
              <a:xfrm>
                <a:off x="1356673" y="4910861"/>
                <a:ext cx="846165" cy="258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신속한 준비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89F0F2A-7E0A-D568-C5B4-ADBDF24E5004}"/>
                  </a:ext>
                </a:extLst>
              </p:cNvPr>
              <p:cNvSpPr txBox="1"/>
              <p:nvPr/>
            </p:nvSpPr>
            <p:spPr>
              <a:xfrm>
                <a:off x="3560094" y="4910861"/>
                <a:ext cx="1154913" cy="3057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완벽한 서비스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9900B52-DF1D-7EA5-6D0B-1FA26C6C24FD}"/>
                  </a:ext>
                </a:extLst>
              </p:cNvPr>
              <p:cNvSpPr txBox="1"/>
              <p:nvPr/>
            </p:nvSpPr>
            <p:spPr>
              <a:xfrm>
                <a:off x="6070004" y="4910861"/>
                <a:ext cx="846165" cy="258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Pretendard" panose="02000503000000020004" pitchFamily="50" charset="-127"/>
                    <a:ea typeface="Pretendard" panose="02000503000000020004" pitchFamily="50" charset="-127"/>
                  </a:rPr>
                  <a:t>최고의 편의</a:t>
                </a:r>
              </a:p>
            </p:txBody>
          </p:sp>
          <p:sp>
            <p:nvSpPr>
              <p:cNvPr id="43" name="Block Arc 8">
                <a:extLst>
                  <a:ext uri="{FF2B5EF4-FFF2-40B4-BE49-F238E27FC236}">
                    <a16:creationId xmlns:a16="http://schemas.microsoft.com/office/drawing/2014/main" id="{901738AF-5928-6814-BA20-0C0FABEB8457}"/>
                  </a:ext>
                </a:extLst>
              </p:cNvPr>
              <p:cNvSpPr/>
              <p:nvPr/>
            </p:nvSpPr>
            <p:spPr>
              <a:xfrm>
                <a:off x="7554643" y="3199724"/>
                <a:ext cx="2587961" cy="2587961"/>
              </a:xfrm>
              <a:prstGeom prst="blockArc">
                <a:avLst>
                  <a:gd name="adj1" fmla="val 10800000"/>
                  <a:gd name="adj2" fmla="val 17099"/>
                  <a:gd name="adj3" fmla="val 9020"/>
                </a:avLst>
              </a:prstGeom>
              <a:gradFill flip="none" rotWithShape="1">
                <a:gsLst>
                  <a:gs pos="0">
                    <a:srgbClr val="E20011"/>
                  </a:gs>
                  <a:gs pos="100000">
                    <a:srgbClr val="2D2F93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pic>
            <p:nvPicPr>
              <p:cNvPr id="44" name="Picture 2" descr="C:\Users\JUNGMJ\Desktop\car_318-67873.jpg">
                <a:extLst>
                  <a:ext uri="{FF2B5EF4-FFF2-40B4-BE49-F238E27FC236}">
                    <a16:creationId xmlns:a16="http://schemas.microsoft.com/office/drawing/2014/main" id="{E6A0C793-2D53-395E-19B6-298D902762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8847" y="3644887"/>
                <a:ext cx="1071280" cy="10712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1765FA7-7413-CE55-5CE1-26E59DC20012}"/>
                  </a:ext>
                </a:extLst>
              </p:cNvPr>
              <p:cNvSpPr txBox="1"/>
              <p:nvPr/>
            </p:nvSpPr>
            <p:spPr>
              <a:xfrm>
                <a:off x="8412109" y="4544511"/>
                <a:ext cx="873032" cy="3669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800" dirty="0">
                    <a:latin typeface="Pretendard SemiBold" panose="02000703000000020004" pitchFamily="50" charset="-127"/>
                    <a:ea typeface="Pretendard SemiBold" panose="02000703000000020004" pitchFamily="50" charset="-127"/>
                  </a:rPr>
                  <a:t>Safety</a:t>
                </a:r>
                <a:endParaRPr lang="ko-KR" altLang="en-US" sz="1800" dirty="0">
                  <a:latin typeface="Pretendard SemiBold" panose="02000703000000020004" pitchFamily="50" charset="-127"/>
                  <a:ea typeface="Pretendard SemiBold" panose="02000703000000020004" pitchFamily="50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EC4E07-C0B0-E4C2-E501-B9FD52396B53}"/>
                  </a:ext>
                </a:extLst>
              </p:cNvPr>
              <p:cNvSpPr txBox="1"/>
              <p:nvPr/>
            </p:nvSpPr>
            <p:spPr>
              <a:xfrm>
                <a:off x="8326111" y="4910861"/>
                <a:ext cx="1045026" cy="3057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Pretendard" panose="02000503000000020004" pitchFamily="50" charset="-127"/>
                    <a:ea typeface="Pretendard" panose="02000503000000020004" pitchFamily="50" charset="-127"/>
                  </a:rPr>
                  <a:t> </a:t>
                </a:r>
                <a:r>
                  <a:rPr lang="ko-KR" altLang="en-US" sz="1400" dirty="0">
                    <a:latin typeface="Pretendard" panose="02000503000000020004" pitchFamily="50" charset="-127"/>
                    <a:ea typeface="Pretendard" panose="02000503000000020004" pitchFamily="50" charset="-127"/>
                  </a:rPr>
                  <a:t>보안과 안전</a:t>
                </a:r>
              </a:p>
            </p:txBody>
          </p:sp>
        </p:grp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330D0A7-3653-81C3-A4C5-BDC8A9FE1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04009" y="4067386"/>
              <a:ext cx="768493" cy="768493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934B228-E742-4199-29B3-9DDE0AC8176E}"/>
              </a:ext>
            </a:extLst>
          </p:cNvPr>
          <p:cNvGrpSpPr/>
          <p:nvPr/>
        </p:nvGrpSpPr>
        <p:grpSpPr>
          <a:xfrm>
            <a:off x="1471492" y="4138289"/>
            <a:ext cx="9249016" cy="2232000"/>
            <a:chOff x="720605" y="1532006"/>
            <a:chExt cx="9249016" cy="223200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2A9D04F-8ACB-70C7-AB0A-EF3531DCEC90}"/>
                </a:ext>
              </a:extLst>
            </p:cNvPr>
            <p:cNvGrpSpPr/>
            <p:nvPr/>
          </p:nvGrpSpPr>
          <p:grpSpPr>
            <a:xfrm>
              <a:off x="720605" y="1532006"/>
              <a:ext cx="9249016" cy="2232000"/>
              <a:chOff x="720605" y="1532006"/>
              <a:chExt cx="9249016" cy="2232000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456D6E92-5D6B-C18D-C7F4-86A56159556C}"/>
                  </a:ext>
                </a:extLst>
              </p:cNvPr>
              <p:cNvGrpSpPr/>
              <p:nvPr/>
            </p:nvGrpSpPr>
            <p:grpSpPr>
              <a:xfrm>
                <a:off x="923488" y="2403072"/>
                <a:ext cx="1523174" cy="792929"/>
                <a:chOff x="2081778" y="2276248"/>
                <a:chExt cx="1247066" cy="792929"/>
              </a:xfrm>
            </p:grpSpPr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255E375-4010-B2FD-19CF-054A4C19D433}"/>
                    </a:ext>
                  </a:extLst>
                </p:cNvPr>
                <p:cNvSpPr txBox="1"/>
                <p:nvPr/>
              </p:nvSpPr>
              <p:spPr>
                <a:xfrm>
                  <a:off x="2154619" y="2276248"/>
                  <a:ext cx="110138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1600" dirty="0">
                      <a:latin typeface="Pretendard ExtraBold" panose="02000903000000020004" pitchFamily="50" charset="-127"/>
                      <a:ea typeface="Pretendard ExtraBold" panose="02000903000000020004" pitchFamily="50" charset="-127"/>
                      <a:cs typeface="Pretendard ExtraBold" panose="02000903000000020004" pitchFamily="50" charset="-127"/>
                    </a:rPr>
                    <a:t>객실 수요 증가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1A959C6-9823-118A-858F-E695A2042774}"/>
                    </a:ext>
                  </a:extLst>
                </p:cNvPr>
                <p:cNvSpPr txBox="1"/>
                <p:nvPr/>
              </p:nvSpPr>
              <p:spPr>
                <a:xfrm>
                  <a:off x="2081778" y="2653679"/>
                  <a:ext cx="1247066" cy="415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지역 내 대형 행사 일정과 </a:t>
                  </a:r>
                  <a:endParaRPr lang="en-US" altLang="ko-KR" sz="1050" dirty="0"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  <a:p>
                  <a:pPr algn="ctr"/>
                  <a:r>
                    <a:rPr lang="ko-KR" altLang="en-US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겹치며 호텔 </a:t>
                  </a:r>
                  <a:r>
                    <a:rPr lang="ko-KR" altLang="en-US" sz="1050" dirty="0" err="1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만실</a:t>
                  </a:r>
                  <a:r>
                    <a:rPr lang="ko-KR" altLang="en-US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 발생</a:t>
                  </a:r>
                </a:p>
              </p:txBody>
            </p: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52A80DEC-74AC-EFE6-21A6-C4A4739CFBE1}"/>
                  </a:ext>
                </a:extLst>
              </p:cNvPr>
              <p:cNvGrpSpPr/>
              <p:nvPr/>
            </p:nvGrpSpPr>
            <p:grpSpPr>
              <a:xfrm>
                <a:off x="720605" y="1532006"/>
                <a:ext cx="9249016" cy="2232000"/>
                <a:chOff x="746969" y="1537831"/>
                <a:chExt cx="9249016" cy="2232000"/>
              </a:xfrm>
            </p:grpSpPr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270FF886-E4B2-4946-3977-22DF2FD46DAF}"/>
                    </a:ext>
                  </a:extLst>
                </p:cNvPr>
                <p:cNvGrpSpPr/>
                <p:nvPr/>
              </p:nvGrpSpPr>
              <p:grpSpPr>
                <a:xfrm>
                  <a:off x="746969" y="1840892"/>
                  <a:ext cx="3686323" cy="1928939"/>
                  <a:chOff x="1746250" y="1760459"/>
                  <a:chExt cx="3686323" cy="1928939"/>
                </a:xfrm>
              </p:grpSpPr>
              <p:sp>
                <p:nvSpPr>
                  <p:cNvPr id="35" name="Block Arc 4">
                    <a:extLst>
                      <a:ext uri="{FF2B5EF4-FFF2-40B4-BE49-F238E27FC236}">
                        <a16:creationId xmlns:a16="http://schemas.microsoft.com/office/drawing/2014/main" id="{73703CDA-2AC1-FEF7-1B5F-04D74BAA0A09}"/>
                      </a:ext>
                    </a:extLst>
                  </p:cNvPr>
                  <p:cNvSpPr/>
                  <p:nvPr/>
                </p:nvSpPr>
                <p:spPr>
                  <a:xfrm flipV="1">
                    <a:off x="3503634" y="1760459"/>
                    <a:ext cx="1928939" cy="1928939"/>
                  </a:xfrm>
                  <a:prstGeom prst="blockArc">
                    <a:avLst>
                      <a:gd name="adj1" fmla="val 10800000"/>
                      <a:gd name="adj2" fmla="val 17099"/>
                      <a:gd name="adj3" fmla="val 902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  <a:latin typeface="Pretendard" panose="02000503000000020004" pitchFamily="50" charset="-127"/>
                      <a:ea typeface="Pretendard" panose="02000503000000020004" pitchFamily="50" charset="-127"/>
                    </a:endParaRPr>
                  </a:p>
                </p:txBody>
              </p:sp>
              <p:sp>
                <p:nvSpPr>
                  <p:cNvPr id="47" name="Block Arc 7">
                    <a:extLst>
                      <a:ext uri="{FF2B5EF4-FFF2-40B4-BE49-F238E27FC236}">
                        <a16:creationId xmlns:a16="http://schemas.microsoft.com/office/drawing/2014/main" id="{68849AE0-53C0-EF0B-1627-F8DF842E010C}"/>
                      </a:ext>
                    </a:extLst>
                  </p:cNvPr>
                  <p:cNvSpPr/>
                  <p:nvPr/>
                </p:nvSpPr>
                <p:spPr>
                  <a:xfrm flipV="1">
                    <a:off x="1746250" y="1760459"/>
                    <a:ext cx="1928939" cy="1928939"/>
                  </a:xfrm>
                  <a:prstGeom prst="blockArc">
                    <a:avLst>
                      <a:gd name="adj1" fmla="val 10800000"/>
                      <a:gd name="adj2" fmla="val 17099"/>
                      <a:gd name="adj3" fmla="val 9020"/>
                    </a:avLst>
                  </a:prstGeom>
                  <a:solidFill>
                    <a:srgbClr val="85BFE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  <a:latin typeface="Pretendard" panose="02000503000000020004" pitchFamily="50" charset="-127"/>
                      <a:ea typeface="Pretendard" panose="02000503000000020004" pitchFamily="50" charset="-127"/>
                    </a:endParaRPr>
                  </a:p>
                </p:txBody>
              </p:sp>
              <p:grpSp>
                <p:nvGrpSpPr>
                  <p:cNvPr id="48" name="그룹 47">
                    <a:extLst>
                      <a:ext uri="{FF2B5EF4-FFF2-40B4-BE49-F238E27FC236}">
                        <a16:creationId xmlns:a16="http://schemas.microsoft.com/office/drawing/2014/main" id="{65B2C9CE-39B9-0852-1F59-F59749F9EDDC}"/>
                      </a:ext>
                    </a:extLst>
                  </p:cNvPr>
                  <p:cNvGrpSpPr/>
                  <p:nvPr/>
                </p:nvGrpSpPr>
                <p:grpSpPr>
                  <a:xfrm>
                    <a:off x="1746250" y="1760459"/>
                    <a:ext cx="3686323" cy="1928939"/>
                    <a:chOff x="1746250" y="1760459"/>
                    <a:chExt cx="3686323" cy="1928939"/>
                  </a:xfrm>
                </p:grpSpPr>
                <p:sp>
                  <p:nvSpPr>
                    <p:cNvPr id="49" name="Block Arc 2">
                      <a:extLst>
                        <a:ext uri="{FF2B5EF4-FFF2-40B4-BE49-F238E27FC236}">
                          <a16:creationId xmlns:a16="http://schemas.microsoft.com/office/drawing/2014/main" id="{33B5D546-DA3E-84C0-2BD5-8441DF11AE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6250" y="1760459"/>
                      <a:ext cx="1928939" cy="1928939"/>
                    </a:xfrm>
                    <a:prstGeom prst="blockArc">
                      <a:avLst>
                        <a:gd name="adj1" fmla="val 10800000"/>
                        <a:gd name="adj2" fmla="val 17099"/>
                        <a:gd name="adj3" fmla="val 9020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p:txBody>
                </p:sp>
                <p:sp>
                  <p:nvSpPr>
                    <p:cNvPr id="50" name="Block Arc 8">
                      <a:extLst>
                        <a:ext uri="{FF2B5EF4-FFF2-40B4-BE49-F238E27FC236}">
                          <a16:creationId xmlns:a16="http://schemas.microsoft.com/office/drawing/2014/main" id="{7105129A-68CA-1BF0-1B6C-582AED337A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3634" y="1760459"/>
                      <a:ext cx="1928939" cy="1928939"/>
                    </a:xfrm>
                    <a:prstGeom prst="blockArc">
                      <a:avLst>
                        <a:gd name="adj1" fmla="val 10800000"/>
                        <a:gd name="adj2" fmla="val 17099"/>
                        <a:gd name="adj3" fmla="val 9020"/>
                      </a:avLst>
                    </a:prstGeom>
                    <a:solidFill>
                      <a:srgbClr val="1553A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p:txBody>
                </p:sp>
              </p:grpSp>
            </p:grpSp>
            <p:grpSp>
              <p:nvGrpSpPr>
                <p:cNvPr id="26" name="그룹 25">
                  <a:extLst>
                    <a:ext uri="{FF2B5EF4-FFF2-40B4-BE49-F238E27FC236}">
                      <a16:creationId xmlns:a16="http://schemas.microsoft.com/office/drawing/2014/main" id="{C0D4C17C-D6CD-3DF2-4AC5-1438DF43DEEE}"/>
                    </a:ext>
                  </a:extLst>
                </p:cNvPr>
                <p:cNvGrpSpPr/>
                <p:nvPr/>
              </p:nvGrpSpPr>
              <p:grpSpPr>
                <a:xfrm>
                  <a:off x="6311345" y="1840892"/>
                  <a:ext cx="3684640" cy="1928939"/>
                  <a:chOff x="5259335" y="1760459"/>
                  <a:chExt cx="3684640" cy="1928939"/>
                </a:xfrm>
              </p:grpSpPr>
              <p:sp>
                <p:nvSpPr>
                  <p:cNvPr id="28" name="Block Arc 4">
                    <a:extLst>
                      <a:ext uri="{FF2B5EF4-FFF2-40B4-BE49-F238E27FC236}">
                        <a16:creationId xmlns:a16="http://schemas.microsoft.com/office/drawing/2014/main" id="{7F8E2D73-24A7-325C-F421-0EF2BD809AC6}"/>
                      </a:ext>
                    </a:extLst>
                  </p:cNvPr>
                  <p:cNvSpPr/>
                  <p:nvPr/>
                </p:nvSpPr>
                <p:spPr>
                  <a:xfrm flipV="1">
                    <a:off x="7015036" y="1760459"/>
                    <a:ext cx="1928939" cy="1928939"/>
                  </a:xfrm>
                  <a:prstGeom prst="blockArc">
                    <a:avLst>
                      <a:gd name="adj1" fmla="val 10800000"/>
                      <a:gd name="adj2" fmla="val 17099"/>
                      <a:gd name="adj3" fmla="val 902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  <a:latin typeface="Pretendard" panose="02000503000000020004" pitchFamily="50" charset="-127"/>
                      <a:ea typeface="Pretendard" panose="02000503000000020004" pitchFamily="50" charset="-127"/>
                    </a:endParaRPr>
                  </a:p>
                </p:txBody>
              </p:sp>
              <p:sp>
                <p:nvSpPr>
                  <p:cNvPr id="31" name="Block Arc 11">
                    <a:extLst>
                      <a:ext uri="{FF2B5EF4-FFF2-40B4-BE49-F238E27FC236}">
                        <a16:creationId xmlns:a16="http://schemas.microsoft.com/office/drawing/2014/main" id="{AFFD8717-4375-B8A6-84B8-B29FBCC0307F}"/>
                      </a:ext>
                    </a:extLst>
                  </p:cNvPr>
                  <p:cNvSpPr/>
                  <p:nvPr/>
                </p:nvSpPr>
                <p:spPr>
                  <a:xfrm flipV="1">
                    <a:off x="5259335" y="1760459"/>
                    <a:ext cx="1928939" cy="1928939"/>
                  </a:xfrm>
                  <a:prstGeom prst="blockArc">
                    <a:avLst>
                      <a:gd name="adj1" fmla="val 10800000"/>
                      <a:gd name="adj2" fmla="val 17099"/>
                      <a:gd name="adj3" fmla="val 9020"/>
                    </a:avLst>
                  </a:prstGeom>
                  <a:solidFill>
                    <a:srgbClr val="85BFE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  <a:latin typeface="Pretendard" panose="02000503000000020004" pitchFamily="50" charset="-127"/>
                      <a:ea typeface="Pretendard" panose="02000503000000020004" pitchFamily="50" charset="-127"/>
                    </a:endParaRPr>
                  </a:p>
                </p:txBody>
              </p:sp>
              <p:grpSp>
                <p:nvGrpSpPr>
                  <p:cNvPr id="32" name="그룹 31">
                    <a:extLst>
                      <a:ext uri="{FF2B5EF4-FFF2-40B4-BE49-F238E27FC236}">
                        <a16:creationId xmlns:a16="http://schemas.microsoft.com/office/drawing/2014/main" id="{BA6CB6D8-25C3-360F-2D48-F56F597300EF}"/>
                      </a:ext>
                    </a:extLst>
                  </p:cNvPr>
                  <p:cNvGrpSpPr/>
                  <p:nvPr/>
                </p:nvGrpSpPr>
                <p:grpSpPr>
                  <a:xfrm>
                    <a:off x="5259335" y="1760459"/>
                    <a:ext cx="3684640" cy="1928939"/>
                    <a:chOff x="5259335" y="1760459"/>
                    <a:chExt cx="3684640" cy="1928939"/>
                  </a:xfrm>
                </p:grpSpPr>
                <p:sp>
                  <p:nvSpPr>
                    <p:cNvPr id="33" name="Block Arc 5">
                      <a:extLst>
                        <a:ext uri="{FF2B5EF4-FFF2-40B4-BE49-F238E27FC236}">
                          <a16:creationId xmlns:a16="http://schemas.microsoft.com/office/drawing/2014/main" id="{CEDF43FF-C6D0-6E98-4FB3-2FEA57D3DA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59335" y="1760459"/>
                      <a:ext cx="1928939" cy="1928939"/>
                    </a:xfrm>
                    <a:prstGeom prst="blockArc">
                      <a:avLst>
                        <a:gd name="adj1" fmla="val 10800000"/>
                        <a:gd name="adj2" fmla="val 17099"/>
                        <a:gd name="adj3" fmla="val 9020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p:txBody>
                </p:sp>
                <p:sp>
                  <p:nvSpPr>
                    <p:cNvPr id="34" name="Block Arc 8">
                      <a:extLst>
                        <a:ext uri="{FF2B5EF4-FFF2-40B4-BE49-F238E27FC236}">
                          <a16:creationId xmlns:a16="http://schemas.microsoft.com/office/drawing/2014/main" id="{347A38DD-0B05-B457-92E9-8037863A43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5036" y="1760459"/>
                      <a:ext cx="1928939" cy="1928939"/>
                    </a:xfrm>
                    <a:prstGeom prst="blockArc">
                      <a:avLst>
                        <a:gd name="adj1" fmla="val 10800000"/>
                        <a:gd name="adj2" fmla="val 17099"/>
                        <a:gd name="adj3" fmla="val 9020"/>
                      </a:avLst>
                    </a:prstGeom>
                    <a:solidFill>
                      <a:srgbClr val="1553A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p:txBody>
                </p:sp>
              </p:grpSp>
            </p:grpSp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103C328E-F490-8196-9AFD-3A520549E657}"/>
                    </a:ext>
                  </a:extLst>
                </p:cNvPr>
                <p:cNvSpPr/>
                <p:nvPr/>
              </p:nvSpPr>
              <p:spPr>
                <a:xfrm>
                  <a:off x="4256319" y="1537831"/>
                  <a:ext cx="2232000" cy="2232000"/>
                </a:xfrm>
                <a:prstGeom prst="ellipse">
                  <a:avLst/>
                </a:prstGeom>
                <a:solidFill>
                  <a:srgbClr val="00206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6828AD45-DBEF-5C3B-B549-631006C8DFC3}"/>
                  </a:ext>
                </a:extLst>
              </p:cNvPr>
              <p:cNvGrpSpPr/>
              <p:nvPr/>
            </p:nvGrpSpPr>
            <p:grpSpPr>
              <a:xfrm>
                <a:off x="2676068" y="2395377"/>
                <a:ext cx="1508746" cy="808318"/>
                <a:chOff x="2096254" y="2276248"/>
                <a:chExt cx="1218131" cy="808318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860E411-F4B9-8E99-BBB8-C524C67697B9}"/>
                    </a:ext>
                  </a:extLst>
                </p:cNvPr>
                <p:cNvSpPr txBox="1"/>
                <p:nvPr/>
              </p:nvSpPr>
              <p:spPr>
                <a:xfrm>
                  <a:off x="2160960" y="2276248"/>
                  <a:ext cx="108870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1600" dirty="0">
                      <a:latin typeface="Pretendard ExtraBold" panose="02000903000000020004" pitchFamily="50" charset="-127"/>
                      <a:ea typeface="Pretendard ExtraBold" panose="02000903000000020004" pitchFamily="50" charset="-127"/>
                      <a:cs typeface="Pretendard ExtraBold" panose="02000903000000020004" pitchFamily="50" charset="-127"/>
                    </a:rPr>
                    <a:t>객실 가격 인상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980D3AB-0B4F-2738-999C-732ECD1C5FE0}"/>
                    </a:ext>
                  </a:extLst>
                </p:cNvPr>
                <p:cNvSpPr txBox="1"/>
                <p:nvPr/>
              </p:nvSpPr>
              <p:spPr>
                <a:xfrm>
                  <a:off x="2096254" y="2653679"/>
                  <a:ext cx="121813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성수기로 인한 단가 상승</a:t>
                  </a:r>
                  <a:br>
                    <a:rPr lang="en-US" altLang="ko-KR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</a:br>
                  <a:r>
                    <a:rPr lang="ko-KR" altLang="en-US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계약 이후 요금 변동</a:t>
                  </a:r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752B3DE0-C14B-23AC-4AC2-650B7BEB2643}"/>
                  </a:ext>
                </a:extLst>
              </p:cNvPr>
              <p:cNvGrpSpPr/>
              <p:nvPr/>
            </p:nvGrpSpPr>
            <p:grpSpPr>
              <a:xfrm>
                <a:off x="6429260" y="2403072"/>
                <a:ext cx="1640193" cy="792929"/>
                <a:chOff x="1885224" y="2276248"/>
                <a:chExt cx="1640193" cy="792929"/>
              </a:xfrm>
            </p:grpSpPr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E132569-37A3-3857-5A90-8880EF8A24C0}"/>
                    </a:ext>
                  </a:extLst>
                </p:cNvPr>
                <p:cNvSpPr txBox="1"/>
                <p:nvPr/>
              </p:nvSpPr>
              <p:spPr>
                <a:xfrm>
                  <a:off x="1920490" y="2276248"/>
                  <a:ext cx="156966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1600" dirty="0">
                      <a:latin typeface="Pretendard ExtraBold" panose="02000903000000020004" pitchFamily="50" charset="-127"/>
                      <a:ea typeface="Pretendard ExtraBold" panose="02000903000000020004" pitchFamily="50" charset="-127"/>
                      <a:cs typeface="Pretendard ExtraBold" panose="02000903000000020004" pitchFamily="50" charset="-127"/>
                    </a:rPr>
                    <a:t>일정 및 예약 변경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CFEF3E-C7E8-D437-FD8E-EF26F81F4C5E}"/>
                    </a:ext>
                  </a:extLst>
                </p:cNvPr>
                <p:cNvSpPr txBox="1"/>
                <p:nvPr/>
              </p:nvSpPr>
              <p:spPr>
                <a:xfrm>
                  <a:off x="1885224" y="2653679"/>
                  <a:ext cx="1640193" cy="415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일정 및 스케줄 조정으로</a:t>
                  </a:r>
                  <a:endParaRPr lang="en-US" altLang="ko-KR" sz="1050" dirty="0"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  <a:p>
                  <a:pPr algn="ctr"/>
                  <a:r>
                    <a:rPr lang="ko-KR" altLang="en-US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예약 취소 및 변경 상황 발생</a:t>
                  </a:r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CE19BEE5-55C6-BF1D-3FA6-88AEF9DBA90F}"/>
                  </a:ext>
                </a:extLst>
              </p:cNvPr>
              <p:cNvGrpSpPr/>
              <p:nvPr/>
            </p:nvGrpSpPr>
            <p:grpSpPr>
              <a:xfrm>
                <a:off x="8260392" y="2403072"/>
                <a:ext cx="1489510" cy="792929"/>
                <a:chOff x="2072045" y="2276248"/>
                <a:chExt cx="1266544" cy="792929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FA78D34-F10D-49CB-EA03-4B7B53B4FC45}"/>
                    </a:ext>
                  </a:extLst>
                </p:cNvPr>
                <p:cNvSpPr txBox="1"/>
                <p:nvPr/>
              </p:nvSpPr>
              <p:spPr>
                <a:xfrm>
                  <a:off x="2133385" y="2276248"/>
                  <a:ext cx="114386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1600" dirty="0">
                      <a:latin typeface="Pretendard ExtraBold" panose="02000903000000020004" pitchFamily="50" charset="-127"/>
                      <a:ea typeface="Pretendard ExtraBold" panose="02000903000000020004" pitchFamily="50" charset="-127"/>
                      <a:cs typeface="Pretendard ExtraBold" panose="02000903000000020004" pitchFamily="50" charset="-127"/>
                    </a:rPr>
                    <a:t>추가 수요 발생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B9EAA26-A21C-97A3-FC10-92A665444E9E}"/>
                    </a:ext>
                  </a:extLst>
                </p:cNvPr>
                <p:cNvSpPr txBox="1"/>
                <p:nvPr/>
              </p:nvSpPr>
              <p:spPr>
                <a:xfrm>
                  <a:off x="2072045" y="2653679"/>
                  <a:ext cx="1266544" cy="415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예측 불가 현장 상황으로</a:t>
                  </a:r>
                  <a:endParaRPr lang="en-US" altLang="ko-KR" sz="1050" dirty="0">
                    <a:latin typeface="Pretendard" panose="02000503000000020004" pitchFamily="50" charset="-127"/>
                    <a:ea typeface="Pretendard" panose="02000503000000020004" pitchFamily="50" charset="-127"/>
                  </a:endParaRPr>
                </a:p>
                <a:p>
                  <a:pPr algn="ctr"/>
                  <a:r>
                    <a:rPr lang="ko-KR" altLang="en-US" sz="1050" dirty="0">
                      <a:latin typeface="Pretendard" panose="02000503000000020004" pitchFamily="50" charset="-127"/>
                      <a:ea typeface="Pretendard" panose="02000503000000020004" pitchFamily="50" charset="-127"/>
                    </a:rPr>
                    <a:t>긴급 추가 숙박 수용 발생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83ECB6-A960-D978-6846-E772B2E3CD3E}"/>
                </a:ext>
              </a:extLst>
            </p:cNvPr>
            <p:cNvSpPr txBox="1"/>
            <p:nvPr/>
          </p:nvSpPr>
          <p:spPr>
            <a:xfrm>
              <a:off x="4231075" y="2341187"/>
              <a:ext cx="222807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[</a:t>
              </a:r>
              <a:r>
                <a:rPr lang="ko-KR" altLang="en-US" sz="16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숙박 수배</a:t>
              </a:r>
              <a:r>
                <a:rPr lang="en-US" altLang="ko-KR" sz="16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-</a:t>
              </a:r>
              <a:r>
                <a:rPr lang="ko-KR" altLang="en-US" sz="16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현장 수행</a:t>
              </a:r>
              <a:r>
                <a:rPr lang="en-US" altLang="ko-KR" sz="16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]</a:t>
              </a:r>
            </a:p>
            <a:p>
              <a:pPr algn="ctr"/>
              <a:endParaRPr lang="en-US" altLang="ko-KR" sz="10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변수 상황 발생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5C22504E-4EA2-5725-9C79-6399A0A2DFC7}"/>
              </a:ext>
            </a:extLst>
          </p:cNvPr>
          <p:cNvSpPr txBox="1"/>
          <p:nvPr/>
        </p:nvSpPr>
        <p:spPr>
          <a:xfrm>
            <a:off x="49357" y="233567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핵심 내용 요약 및 강조</a:t>
            </a:r>
          </a:p>
        </p:txBody>
      </p:sp>
    </p:spTree>
    <p:extLst>
      <p:ext uri="{BB962C8B-B14F-4D97-AF65-F5344CB8AC3E}">
        <p14:creationId xmlns:p14="http://schemas.microsoft.com/office/powerpoint/2010/main" val="372046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6D5BD6D-2346-8EB9-2FCA-24109BDDCB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" r="108"/>
          <a:stretch/>
        </p:blipFill>
        <p:spPr>
          <a:xfrm>
            <a:off x="5114567" y="901185"/>
            <a:ext cx="5795114" cy="202503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219B77D-7DC6-71C4-A5DB-42B6B0313FF3}"/>
              </a:ext>
            </a:extLst>
          </p:cNvPr>
          <p:cNvSpPr/>
          <p:nvPr/>
        </p:nvSpPr>
        <p:spPr>
          <a:xfrm>
            <a:off x="5114567" y="902458"/>
            <a:ext cx="5795114" cy="2023762"/>
          </a:xfrm>
          <a:prstGeom prst="rect">
            <a:avLst/>
          </a:prstGeom>
          <a:solidFill>
            <a:srgbClr val="005DA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B5D7B-B95C-4F6A-5CE6-24C1E9286A34}"/>
              </a:ext>
            </a:extLst>
          </p:cNvPr>
          <p:cNvSpPr txBox="1"/>
          <p:nvPr/>
        </p:nvSpPr>
        <p:spPr>
          <a:xfrm>
            <a:off x="5260247" y="1032632"/>
            <a:ext cx="1479920" cy="12311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-154940" fontAlgn="base">
              <a:lnSpc>
                <a:spcPct val="100000"/>
              </a:lnSpc>
              <a:spcAft>
                <a:spcPts val="600"/>
              </a:spcAft>
              <a:defRPr sz="1100" spc="-7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sz="2000" dirty="0">
                <a:solidFill>
                  <a:schemeClr val="bg1"/>
                </a:solidFill>
              </a:rPr>
              <a:t>셔틀 운영</a:t>
            </a:r>
            <a:endParaRPr lang="en-US" altLang="ko-KR" sz="20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차량 운영</a:t>
            </a:r>
            <a:endParaRPr lang="en-US" altLang="ko-KR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spcAft>
                <a:spcPts val="300"/>
              </a:spcAft>
            </a:pPr>
            <a:r>
              <a:rPr lang="en-US" altLang="ko-KR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 </a:t>
            </a:r>
            <a:r>
              <a:rPr lang="ko-KR" altLang="en-US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시스템 운영</a:t>
            </a:r>
            <a:endParaRPr lang="en-US" altLang="ko-KR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spcAft>
                <a:spcPts val="300"/>
              </a:spcAft>
            </a:pPr>
            <a:r>
              <a:rPr lang="ko-KR" altLang="en-US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운전자 관리</a:t>
            </a:r>
            <a:endParaRPr lang="en-US" altLang="ko-KR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spcAft>
                <a:spcPts val="300"/>
              </a:spcAft>
            </a:pPr>
            <a:r>
              <a:rPr lang="ko-KR" altLang="en-US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보험 및 사고</a:t>
            </a:r>
            <a:r>
              <a:rPr lang="en-US" altLang="ko-KR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정비 대응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1D6DE-EF0A-7FBB-B678-80B6C3FF5928}"/>
              </a:ext>
            </a:extLst>
          </p:cNvPr>
          <p:cNvSpPr txBox="1"/>
          <p:nvPr/>
        </p:nvSpPr>
        <p:spPr>
          <a:xfrm>
            <a:off x="8633021" y="1922419"/>
            <a:ext cx="2066926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-154940" fontAlgn="base">
              <a:lnSpc>
                <a:spcPct val="100000"/>
              </a:lnSpc>
              <a:spcAft>
                <a:spcPts val="600"/>
              </a:spcAft>
              <a:defRPr sz="1100" spc="-7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algn="r">
              <a:spcAft>
                <a:spcPts val="300"/>
              </a:spcAft>
            </a:pPr>
            <a:r>
              <a:rPr lang="en-US" altLang="ko-KR" sz="4800" dirty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35</a:t>
            </a:r>
            <a:r>
              <a:rPr lang="en-US" altLang="ko-KR" sz="4000" dirty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%</a:t>
            </a:r>
            <a:endParaRPr lang="ko-KR" altLang="en-US" sz="4000" dirty="0">
              <a:solidFill>
                <a:schemeClr val="bg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30E516-7819-36E1-4D53-576B4AE2F3C4}"/>
              </a:ext>
            </a:extLst>
          </p:cNvPr>
          <p:cNvGrpSpPr/>
          <p:nvPr/>
        </p:nvGrpSpPr>
        <p:grpSpPr>
          <a:xfrm>
            <a:off x="198121" y="2926220"/>
            <a:ext cx="3378941" cy="2407468"/>
            <a:chOff x="488622" y="1979613"/>
            <a:chExt cx="3378941" cy="240746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2F8FA45-7B08-139C-D740-472304B91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74" r="4990"/>
            <a:stretch>
              <a:fillRect/>
            </a:stretch>
          </p:blipFill>
          <p:spPr>
            <a:xfrm>
              <a:off x="491096" y="1980807"/>
              <a:ext cx="3372274" cy="240627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536D18-FB20-AFFF-E430-AFF0634C30FD}"/>
                </a:ext>
              </a:extLst>
            </p:cNvPr>
            <p:cNvSpPr txBox="1"/>
            <p:nvPr/>
          </p:nvSpPr>
          <p:spPr>
            <a:xfrm>
              <a:off x="488622" y="1979613"/>
              <a:ext cx="337894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 b="0" i="0" u="none" strike="noStrike" spc="-50">
                  <a:solidFill>
                    <a:srgbClr val="0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>
                <a:spcAft>
                  <a:spcPts val="300"/>
                </a:spcAft>
              </a:pPr>
              <a:r>
                <a:rPr lang="en-US" altLang="ko-KR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SOM1   </a:t>
              </a:r>
              <a:r>
                <a:rPr lang="en-US" altLang="ko-KR" sz="1100" dirty="0">
                  <a:solidFill>
                    <a:srgbClr val="3C3EAD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GYEONGJU	          </a:t>
              </a:r>
              <a:r>
                <a:rPr lang="en-US" altLang="ko-KR" sz="90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First Senior Officers’ Meeting</a:t>
              </a:r>
              <a:endParaRPr lang="ko-KR" altLang="en-US" sz="9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861292C-91D6-8D5A-798D-1F7D9673EC76}"/>
                </a:ext>
              </a:extLst>
            </p:cNvPr>
            <p:cNvSpPr txBox="1"/>
            <p:nvPr/>
          </p:nvSpPr>
          <p:spPr>
            <a:xfrm>
              <a:off x="491359" y="2525661"/>
              <a:ext cx="3366691" cy="953979"/>
            </a:xfrm>
            <a:prstGeom prst="rect">
              <a:avLst/>
            </a:prstGeom>
            <a:noFill/>
          </p:spPr>
          <p:txBody>
            <a:bodyPr wrap="square" lIns="36000" rIns="0">
              <a:spAutoFit/>
            </a:bodyPr>
            <a:lstStyle>
              <a:defPPr>
                <a:defRPr lang="en-US"/>
              </a:defPPr>
              <a:lvl1pPr>
                <a:defRPr sz="1400" b="0" i="0" u="none" strike="noStrike" spc="-50">
                  <a:solidFill>
                    <a:srgbClr val="0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marL="88900" indent="-88900">
                <a:lnSpc>
                  <a:spcPct val="12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경주 접근성 분석을 통한 맞춤형 셔틀 운영</a:t>
              </a:r>
              <a:endParaRPr lang="en-US" altLang="ko-KR" sz="11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88900" indent="-88900">
                <a:lnSpc>
                  <a:spcPct val="12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수송 및 셔틀을 위한 솔루션 적용</a:t>
              </a:r>
              <a:br>
                <a:rPr lang="en-US" altLang="ko-KR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</a:br>
              <a:r>
                <a:rPr lang="en-US" altLang="ko-KR" sz="9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</a:t>
              </a:r>
              <a:r>
                <a:rPr lang="ko-KR" altLang="en-US" sz="9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보문단지</a:t>
              </a:r>
              <a:r>
                <a:rPr lang="en-US" altLang="ko-KR" sz="9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sz="9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경주시</a:t>
              </a:r>
              <a:r>
                <a:rPr lang="en-US" altLang="ko-KR" sz="9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sz="9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김해공항</a:t>
              </a:r>
              <a:r>
                <a:rPr lang="en-US" altLang="ko-KR" sz="9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ko-KR" altLang="en-US" sz="9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일대</a:t>
              </a:r>
              <a:r>
                <a:rPr lang="en-US" altLang="ko-KR" sz="9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)</a:t>
              </a:r>
              <a:endParaRPr lang="en-US" altLang="ko-KR" sz="11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88900" indent="-88900">
                <a:lnSpc>
                  <a:spcPct val="12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수송상황실 운영을 위한 기술 적용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F73585F-5ACA-3C04-ECAC-3787617EBDE3}"/>
                </a:ext>
              </a:extLst>
            </p:cNvPr>
            <p:cNvSpPr/>
            <p:nvPr/>
          </p:nvSpPr>
          <p:spPr>
            <a:xfrm>
              <a:off x="3453467" y="3977178"/>
              <a:ext cx="409903" cy="409903"/>
            </a:xfrm>
            <a:prstGeom prst="rect">
              <a:avLst/>
            </a:prstGeom>
            <a:solidFill>
              <a:srgbClr val="532E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spc="-50" dirty="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2025.</a:t>
              </a:r>
            </a:p>
            <a:p>
              <a:pPr algn="ctr"/>
              <a:r>
                <a:rPr lang="en-US" altLang="ko-KR" sz="900" spc="-50" dirty="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02</a:t>
              </a:r>
              <a:endParaRPr lang="ko-KR" altLang="en-US" sz="900" spc="-5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05C2AD-41CB-2D7B-C5D2-26C8A32973B0}"/>
                </a:ext>
              </a:extLst>
            </p:cNvPr>
            <p:cNvSpPr txBox="1"/>
            <p:nvPr/>
          </p:nvSpPr>
          <p:spPr>
            <a:xfrm>
              <a:off x="2193131" y="2198609"/>
              <a:ext cx="1664919" cy="245003"/>
            </a:xfrm>
            <a:prstGeom prst="rect">
              <a:avLst/>
            </a:prstGeom>
            <a:noFill/>
          </p:spPr>
          <p:txBody>
            <a:bodyPr wrap="square" lIns="36000" rIns="0">
              <a:spAutoFit/>
            </a:bodyPr>
            <a:lstStyle>
              <a:defPPr>
                <a:defRPr lang="en-US"/>
              </a:defPPr>
              <a:lvl1pPr>
                <a:defRPr sz="1400" b="0" i="0" u="none" strike="noStrike" spc="-50">
                  <a:solidFill>
                    <a:srgbClr val="0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>
                <a:lnSpc>
                  <a:spcPct val="120000"/>
                </a:lnSpc>
                <a:spcAft>
                  <a:spcPts val="400"/>
                </a:spcAft>
              </a:pPr>
              <a:r>
                <a:rPr lang="en-US" altLang="ko-KR" sz="900" spc="-7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&amp; </a:t>
              </a:r>
              <a:r>
                <a:rPr lang="ko-KR" altLang="en-US" sz="900" spc="-7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재무 차관 회의</a:t>
              </a:r>
            </a:p>
          </p:txBody>
        </p:sp>
      </p:grpSp>
      <p:pic>
        <p:nvPicPr>
          <p:cNvPr id="98" name="그림 97">
            <a:extLst>
              <a:ext uri="{FF2B5EF4-FFF2-40B4-BE49-F238E27FC236}">
                <a16:creationId xmlns:a16="http://schemas.microsoft.com/office/drawing/2014/main" id="{C116F726-9977-A179-F48A-7311FC10619F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162278" y="577719"/>
            <a:ext cx="4527659" cy="2175697"/>
          </a:xfrm>
          <a:prstGeom prst="rect">
            <a:avLst/>
          </a:prstGeom>
        </p:spPr>
      </p:pic>
      <p:sp>
        <p:nvSpPr>
          <p:cNvPr id="99" name="직사각형 98">
            <a:extLst>
              <a:ext uri="{FF2B5EF4-FFF2-40B4-BE49-F238E27FC236}">
                <a16:creationId xmlns:a16="http://schemas.microsoft.com/office/drawing/2014/main" id="{D87F2C39-7475-01C6-54E9-7E82EC75AB88}"/>
              </a:ext>
            </a:extLst>
          </p:cNvPr>
          <p:cNvSpPr/>
          <p:nvPr/>
        </p:nvSpPr>
        <p:spPr>
          <a:xfrm>
            <a:off x="162279" y="577720"/>
            <a:ext cx="4527659" cy="2175696"/>
          </a:xfrm>
          <a:prstGeom prst="rect">
            <a:avLst/>
          </a:prstGeom>
          <a:solidFill>
            <a:srgbClr val="0082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AAB60D9-C8C4-9FFB-5703-AAED7A860F72}"/>
              </a:ext>
            </a:extLst>
          </p:cNvPr>
          <p:cNvSpPr txBox="1"/>
          <p:nvPr/>
        </p:nvSpPr>
        <p:spPr>
          <a:xfrm>
            <a:off x="850596" y="1604191"/>
            <a:ext cx="3303316" cy="600164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>
              <a:spcAft>
                <a:spcPts val="600"/>
              </a:spcAft>
              <a:buClr>
                <a:srgbClr val="198754"/>
              </a:buClr>
            </a:pPr>
            <a:r>
              <a:rPr lang="ko-KR" altLang="en-US" sz="14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초청 관리의 전 영역을 지원하는</a:t>
            </a:r>
            <a:endParaRPr lang="en-US" altLang="ko-KR" sz="1400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algn="ctr">
              <a:spcAft>
                <a:spcPts val="600"/>
              </a:spcAft>
              <a:buClr>
                <a:srgbClr val="198754"/>
              </a:buClr>
            </a:pPr>
            <a:r>
              <a:rPr lang="ko-KR" altLang="en-US" sz="20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전문기업의 강점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72C1E4F-AD58-3DE1-26AB-90BC16759CBF}"/>
              </a:ext>
            </a:extLst>
          </p:cNvPr>
          <p:cNvSpPr/>
          <p:nvPr/>
        </p:nvSpPr>
        <p:spPr>
          <a:xfrm>
            <a:off x="162279" y="577720"/>
            <a:ext cx="4527658" cy="683118"/>
          </a:xfrm>
          <a:prstGeom prst="rect">
            <a:avLst/>
          </a:prstGeom>
          <a:gradFill flip="none" rotWithShape="1">
            <a:gsLst>
              <a:gs pos="0">
                <a:srgbClr val="00827C">
                  <a:alpha val="0"/>
                </a:srgbClr>
              </a:gs>
              <a:gs pos="100000">
                <a:srgbClr val="00827C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A2B10F8-118A-DD19-16B8-10762CAEFA77}"/>
              </a:ext>
            </a:extLst>
          </p:cNvPr>
          <p:cNvSpPr txBox="1"/>
          <p:nvPr/>
        </p:nvSpPr>
        <p:spPr>
          <a:xfrm>
            <a:off x="850596" y="821071"/>
            <a:ext cx="3303316" cy="184666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>
              <a:spcAft>
                <a:spcPts val="600"/>
              </a:spcAft>
              <a:buClr>
                <a:srgbClr val="198754"/>
              </a:buClr>
            </a:pPr>
            <a:r>
              <a:rPr lang="en-US" altLang="ko-KR" sz="1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“ </a:t>
            </a:r>
            <a:r>
              <a:rPr lang="ko-KR" altLang="en-US" sz="1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누구도 따라할 수 없는 치밀한 프로젝트</a:t>
            </a:r>
            <a:r>
              <a:rPr lang="en-US" altLang="ko-KR" sz="1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”</a:t>
            </a:r>
            <a:endParaRPr lang="ko-KR" altLang="en-US" sz="12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DD1DBDC-1B4F-7A13-58A6-A62949A52F1E}"/>
              </a:ext>
            </a:extLst>
          </p:cNvPr>
          <p:cNvSpPr txBox="1"/>
          <p:nvPr/>
        </p:nvSpPr>
        <p:spPr>
          <a:xfrm>
            <a:off x="198121" y="234366"/>
            <a:ext cx="29738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강조 텍스트 박스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배경에 이미지 레이어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670553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DCDEA1B2-19DF-28A7-D529-70041626EA1E}"/>
              </a:ext>
            </a:extLst>
          </p:cNvPr>
          <p:cNvGrpSpPr/>
          <p:nvPr/>
        </p:nvGrpSpPr>
        <p:grpSpPr>
          <a:xfrm>
            <a:off x="422650" y="885027"/>
            <a:ext cx="9866313" cy="280989"/>
            <a:chOff x="412750" y="6738936"/>
            <a:chExt cx="9866313" cy="28098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50600C-D4A4-1FC6-AD7B-9706AB9464BB}"/>
                </a:ext>
              </a:extLst>
            </p:cNvPr>
            <p:cNvSpPr txBox="1"/>
            <p:nvPr/>
          </p:nvSpPr>
          <p:spPr>
            <a:xfrm>
              <a:off x="412750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502875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예약하기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89C875-8D42-FDB9-9770-5CA00A079E50}"/>
                </a:ext>
              </a:extLst>
            </p:cNvPr>
            <p:cNvSpPr txBox="1"/>
            <p:nvPr/>
          </p:nvSpPr>
          <p:spPr>
            <a:xfrm>
              <a:off x="1316581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배차하기</a:t>
              </a:r>
              <a:endParaRPr lang="ko-KR" altLang="en-US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C05FEF-99BB-BBC1-94EC-BF17EF18AF28}"/>
                </a:ext>
              </a:extLst>
            </p:cNvPr>
            <p:cNvSpPr txBox="1"/>
            <p:nvPr/>
          </p:nvSpPr>
          <p:spPr>
            <a:xfrm>
              <a:off x="3232243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대시보드</a:t>
              </a:r>
              <a:endParaRPr lang="ko-KR" altLang="en-US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B4E47AC-3199-B74E-2CF0-20EF1225A676}"/>
                </a:ext>
              </a:extLst>
            </p:cNvPr>
            <p:cNvSpPr txBox="1"/>
            <p:nvPr/>
          </p:nvSpPr>
          <p:spPr>
            <a:xfrm>
              <a:off x="4136074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예약 관리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7770B32-709A-1BB1-667B-52775A04A8FB}"/>
                </a:ext>
              </a:extLst>
            </p:cNvPr>
            <p:cNvSpPr txBox="1"/>
            <p:nvPr/>
          </p:nvSpPr>
          <p:spPr>
            <a:xfrm>
              <a:off x="5039905" y="6793334"/>
              <a:ext cx="432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관제 맵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A7389E-8070-BC3F-FEEE-FBB2F7411DB9}"/>
                </a:ext>
              </a:extLst>
            </p:cNvPr>
            <p:cNvSpPr txBox="1"/>
            <p:nvPr/>
          </p:nvSpPr>
          <p:spPr>
            <a:xfrm>
              <a:off x="5799736" y="6793334"/>
              <a:ext cx="684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Driver App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B9568F-CE82-09A6-CE07-3B06BC179021}"/>
                </a:ext>
              </a:extLst>
            </p:cNvPr>
            <p:cNvSpPr txBox="1"/>
            <p:nvPr/>
          </p:nvSpPr>
          <p:spPr>
            <a:xfrm>
              <a:off x="6811567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운행 기록</a:t>
              </a:r>
              <a:endParaRPr lang="en-US" altLang="ko-KR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1A0D7B-18DD-BFCC-9D9D-AA221B30CEDE}"/>
                </a:ext>
              </a:extLst>
            </p:cNvPr>
            <p:cNvSpPr txBox="1"/>
            <p:nvPr/>
          </p:nvSpPr>
          <p:spPr>
            <a:xfrm>
              <a:off x="7715398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운행 기록</a:t>
              </a:r>
              <a:endParaRPr lang="en-US" altLang="ko-KR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C5A6BBB-FE13-E5D8-F95F-45C9C8104FF9}"/>
                </a:ext>
              </a:extLst>
            </p:cNvPr>
            <p:cNvSpPr txBox="1"/>
            <p:nvPr/>
          </p:nvSpPr>
          <p:spPr>
            <a:xfrm>
              <a:off x="8619229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장애대응</a:t>
              </a:r>
              <a:endParaRPr lang="en-US" altLang="ko-KR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84522F-F75E-B9AD-49DE-3F5EB6325D97}"/>
                </a:ext>
              </a:extLst>
            </p:cNvPr>
            <p:cNvSpPr txBox="1"/>
            <p:nvPr/>
          </p:nvSpPr>
          <p:spPr>
            <a:xfrm>
              <a:off x="9523063" y="6793334"/>
              <a:ext cx="75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커스터마이징</a:t>
              </a:r>
              <a:endParaRPr lang="en-US" altLang="ko-KR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2DF79D3-5ED9-A8F6-1CCB-2861B18B1935}"/>
                </a:ext>
              </a:extLst>
            </p:cNvPr>
            <p:cNvSpPr txBox="1"/>
            <p:nvPr/>
          </p:nvSpPr>
          <p:spPr>
            <a:xfrm>
              <a:off x="2220412" y="6793334"/>
              <a:ext cx="684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스케줄 관리</a:t>
              </a: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3C43334C-05CF-6058-CEFE-0EB2FA8F68D8}"/>
                </a:ext>
              </a:extLst>
            </p:cNvPr>
            <p:cNvCxnSpPr>
              <a:cxnSpLocks/>
            </p:cNvCxnSpPr>
            <p:nvPr/>
          </p:nvCxnSpPr>
          <p:spPr>
            <a:xfrm>
              <a:off x="412750" y="6738936"/>
              <a:ext cx="9866313" cy="0"/>
            </a:xfrm>
            <a:prstGeom prst="line">
              <a:avLst/>
            </a:prstGeom>
            <a:ln w="12700">
              <a:solidFill>
                <a:srgbClr val="B2B3E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44E52C38-1183-71DD-E76E-C396C66DD79B}"/>
                </a:ext>
              </a:extLst>
            </p:cNvPr>
            <p:cNvCxnSpPr>
              <a:cxnSpLocks/>
            </p:cNvCxnSpPr>
            <p:nvPr/>
          </p:nvCxnSpPr>
          <p:spPr>
            <a:xfrm>
              <a:off x="647172" y="6738936"/>
              <a:ext cx="107156" cy="0"/>
            </a:xfrm>
            <a:prstGeom prst="line">
              <a:avLst/>
            </a:prstGeom>
            <a:ln w="50800">
              <a:solidFill>
                <a:srgbClr val="502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511570A-EE60-C766-B9A2-3B331AA7D9E2}"/>
              </a:ext>
            </a:extLst>
          </p:cNvPr>
          <p:cNvGrpSpPr/>
          <p:nvPr/>
        </p:nvGrpSpPr>
        <p:grpSpPr>
          <a:xfrm>
            <a:off x="422649" y="1354516"/>
            <a:ext cx="9866313" cy="280989"/>
            <a:chOff x="412750" y="6738936"/>
            <a:chExt cx="9866313" cy="28098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B8047D-F678-124D-1393-8DC2A3D9ECC4}"/>
                </a:ext>
              </a:extLst>
            </p:cNvPr>
            <p:cNvSpPr txBox="1"/>
            <p:nvPr/>
          </p:nvSpPr>
          <p:spPr>
            <a:xfrm>
              <a:off x="412750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예약하기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F02DAB-A8D1-A71E-B469-4ACD65841563}"/>
                </a:ext>
              </a:extLst>
            </p:cNvPr>
            <p:cNvSpPr txBox="1"/>
            <p:nvPr/>
          </p:nvSpPr>
          <p:spPr>
            <a:xfrm>
              <a:off x="1316581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배차하기</a:t>
              </a:r>
              <a:endParaRPr lang="ko-KR" altLang="en-US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7EA169-7307-23B6-9D1C-A89DCDC75C51}"/>
                </a:ext>
              </a:extLst>
            </p:cNvPr>
            <p:cNvSpPr txBox="1"/>
            <p:nvPr/>
          </p:nvSpPr>
          <p:spPr>
            <a:xfrm>
              <a:off x="3232243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대시보드</a:t>
              </a:r>
              <a:endParaRPr lang="ko-KR" altLang="en-US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B358CA9-64FF-F1B6-D234-B0EC15B40CE7}"/>
                </a:ext>
              </a:extLst>
            </p:cNvPr>
            <p:cNvSpPr txBox="1"/>
            <p:nvPr/>
          </p:nvSpPr>
          <p:spPr>
            <a:xfrm>
              <a:off x="4136074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예약 관리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49C08CA-DED6-4066-6F39-4787C0B2338B}"/>
                </a:ext>
              </a:extLst>
            </p:cNvPr>
            <p:cNvSpPr txBox="1"/>
            <p:nvPr/>
          </p:nvSpPr>
          <p:spPr>
            <a:xfrm>
              <a:off x="5039905" y="6793334"/>
              <a:ext cx="432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관제 맵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7D188C7-37B0-7AE5-B1F0-3D682FD3589C}"/>
                </a:ext>
              </a:extLst>
            </p:cNvPr>
            <p:cNvSpPr txBox="1"/>
            <p:nvPr/>
          </p:nvSpPr>
          <p:spPr>
            <a:xfrm>
              <a:off x="5799736" y="6793334"/>
              <a:ext cx="684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502875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Driver App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B083572-A405-6E31-2343-2D2D86A27B6E}"/>
                </a:ext>
              </a:extLst>
            </p:cNvPr>
            <p:cNvSpPr txBox="1"/>
            <p:nvPr/>
          </p:nvSpPr>
          <p:spPr>
            <a:xfrm>
              <a:off x="6811567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운행 기록</a:t>
              </a:r>
              <a:endParaRPr lang="en-US" altLang="ko-KR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C5144C-27F9-06D3-2C56-8D13FE635C2A}"/>
                </a:ext>
              </a:extLst>
            </p:cNvPr>
            <p:cNvSpPr txBox="1"/>
            <p:nvPr/>
          </p:nvSpPr>
          <p:spPr>
            <a:xfrm>
              <a:off x="7715398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자원 관리</a:t>
              </a:r>
              <a:endParaRPr lang="en-US" altLang="ko-KR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748141A-938E-CC0B-A123-34F091C5C2D8}"/>
                </a:ext>
              </a:extLst>
            </p:cNvPr>
            <p:cNvSpPr txBox="1"/>
            <p:nvPr/>
          </p:nvSpPr>
          <p:spPr>
            <a:xfrm>
              <a:off x="8619229" y="6793334"/>
              <a:ext cx="57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장애대응</a:t>
              </a:r>
              <a:endParaRPr lang="en-US" altLang="ko-KR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4355B46-03B1-C00B-B020-EC3F797EAFA0}"/>
                </a:ext>
              </a:extLst>
            </p:cNvPr>
            <p:cNvSpPr txBox="1"/>
            <p:nvPr/>
          </p:nvSpPr>
          <p:spPr>
            <a:xfrm>
              <a:off x="9523063" y="6793334"/>
              <a:ext cx="756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커스터마이징</a:t>
              </a:r>
              <a:endParaRPr lang="en-US" altLang="ko-KR" sz="1000" dirty="0">
                <a:solidFill>
                  <a:srgbClr val="B2B3E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690EF2F-A610-1E89-41E5-C395EFDD1F12}"/>
                </a:ext>
              </a:extLst>
            </p:cNvPr>
            <p:cNvSpPr txBox="1"/>
            <p:nvPr/>
          </p:nvSpPr>
          <p:spPr>
            <a:xfrm>
              <a:off x="2220412" y="6793334"/>
              <a:ext cx="68400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B2B3E4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스케줄 관리</a:t>
              </a: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768B491-9730-8138-4EF0-8598CE8DBF72}"/>
                </a:ext>
              </a:extLst>
            </p:cNvPr>
            <p:cNvCxnSpPr>
              <a:cxnSpLocks/>
            </p:cNvCxnSpPr>
            <p:nvPr/>
          </p:nvCxnSpPr>
          <p:spPr>
            <a:xfrm>
              <a:off x="412750" y="6738936"/>
              <a:ext cx="9866313" cy="0"/>
            </a:xfrm>
            <a:prstGeom prst="line">
              <a:avLst/>
            </a:prstGeom>
            <a:ln w="12700">
              <a:solidFill>
                <a:srgbClr val="B2B3E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A58B4D39-D93B-AD46-A767-59B79452E72C}"/>
                </a:ext>
              </a:extLst>
            </p:cNvPr>
            <p:cNvCxnSpPr>
              <a:cxnSpLocks/>
            </p:cNvCxnSpPr>
            <p:nvPr/>
          </p:nvCxnSpPr>
          <p:spPr>
            <a:xfrm>
              <a:off x="6088158" y="6738936"/>
              <a:ext cx="107156" cy="0"/>
            </a:xfrm>
            <a:prstGeom prst="line">
              <a:avLst/>
            </a:prstGeom>
            <a:ln w="50800">
              <a:solidFill>
                <a:srgbClr val="502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E5D79225-72B2-07D1-C7DD-F5A9379AA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183550"/>
              </p:ext>
            </p:extLst>
          </p:nvPr>
        </p:nvGraphicFramePr>
        <p:xfrm>
          <a:off x="548982" y="2724201"/>
          <a:ext cx="1838325" cy="926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325">
                  <a:extLst>
                    <a:ext uri="{9D8B030D-6E8A-4147-A177-3AD203B41FA5}">
                      <a16:colId xmlns:a16="http://schemas.microsoft.com/office/drawing/2014/main" val="364263683"/>
                    </a:ext>
                  </a:extLst>
                </a:gridCol>
              </a:tblGrid>
              <a:tr h="191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spc="-7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차량 확보 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71276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안정적인 셔틀 차량 확보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618667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편리하고 쾌적한 운행 서비스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653939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248BB875-6723-87CD-7103-4E88217BB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936990"/>
              </p:ext>
            </p:extLst>
          </p:nvPr>
        </p:nvGraphicFramePr>
        <p:xfrm>
          <a:off x="2524397" y="2719716"/>
          <a:ext cx="1838325" cy="926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325">
                  <a:extLst>
                    <a:ext uri="{9D8B030D-6E8A-4147-A177-3AD203B41FA5}">
                      <a16:colId xmlns:a16="http://schemas.microsoft.com/office/drawing/2014/main" val="364263683"/>
                    </a:ext>
                  </a:extLst>
                </a:gridCol>
              </a:tblGrid>
              <a:tr h="1918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spc="-7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ICT </a:t>
                      </a:r>
                      <a:r>
                        <a:rPr lang="ko-KR" altLang="en-US" sz="900" b="0" kern="1200" spc="-7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기술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71276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버스의 배차 및 모니터링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618667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이용자 친화적 셔틀 정보 시스템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653939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38F29747-365D-F0DA-612B-D858124BE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153278"/>
              </p:ext>
            </p:extLst>
          </p:nvPr>
        </p:nvGraphicFramePr>
        <p:xfrm>
          <a:off x="4499812" y="2719716"/>
          <a:ext cx="1838325" cy="926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325">
                  <a:extLst>
                    <a:ext uri="{9D8B030D-6E8A-4147-A177-3AD203B41FA5}">
                      <a16:colId xmlns:a16="http://schemas.microsoft.com/office/drawing/2014/main" val="364263683"/>
                    </a:ext>
                  </a:extLst>
                </a:gridCol>
              </a:tblGrid>
              <a:tr h="191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spc="-7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전문 인력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71276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체계적인 입</a:t>
                      </a:r>
                      <a:r>
                        <a:rPr lang="en-US" altLang="ko-KR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출국 거점 운영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618667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전세계</a:t>
                      </a:r>
                      <a:r>
                        <a:rPr lang="en-US" altLang="ko-KR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참가자를 위한 세심한 서비스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653939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F617D4D0-EC51-F75D-5228-E53314500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21360"/>
              </p:ext>
            </p:extLst>
          </p:nvPr>
        </p:nvGraphicFramePr>
        <p:xfrm>
          <a:off x="6475226" y="2719716"/>
          <a:ext cx="1838325" cy="926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325">
                  <a:extLst>
                    <a:ext uri="{9D8B030D-6E8A-4147-A177-3AD203B41FA5}">
                      <a16:colId xmlns:a16="http://schemas.microsoft.com/office/drawing/2014/main" val="364263683"/>
                    </a:ext>
                  </a:extLst>
                </a:gridCol>
              </a:tblGrid>
              <a:tr h="191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spc="-7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정보 전달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71276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이해하기 쉽고 접근성 높은 안내물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618667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정확하고 다채로운 정보 제공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653939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CF8E446A-029B-A4A0-3DD0-1521BB17D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648339"/>
              </p:ext>
            </p:extLst>
          </p:nvPr>
        </p:nvGraphicFramePr>
        <p:xfrm>
          <a:off x="8450638" y="2719716"/>
          <a:ext cx="1838325" cy="926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325">
                  <a:extLst>
                    <a:ext uri="{9D8B030D-6E8A-4147-A177-3AD203B41FA5}">
                      <a16:colId xmlns:a16="http://schemas.microsoft.com/office/drawing/2014/main" val="364263683"/>
                    </a:ext>
                  </a:extLst>
                </a:gridCol>
              </a:tblGrid>
              <a:tr h="191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spc="-7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주차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71276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통제와 질서에 기반한 관리 방식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618667"/>
                  </a:ext>
                </a:extLst>
              </a:tr>
              <a:tr h="367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시민들도 만족하는 쾌적한 환경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653939"/>
                  </a:ext>
                </a:extLst>
              </a:tr>
            </a:tbl>
          </a:graphicData>
        </a:graphic>
      </p:graphicFrame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F92457B-5043-EC78-4F07-E1CC9637588F}"/>
              </a:ext>
            </a:extLst>
          </p:cNvPr>
          <p:cNvCxnSpPr>
            <a:cxnSpLocks/>
          </p:cNvCxnSpPr>
          <p:nvPr/>
        </p:nvCxnSpPr>
        <p:spPr>
          <a:xfrm flipH="1">
            <a:off x="2363205" y="2958139"/>
            <a:ext cx="185294" cy="588130"/>
          </a:xfrm>
          <a:prstGeom prst="line">
            <a:avLst/>
          </a:prstGeom>
          <a:ln w="12700">
            <a:solidFill>
              <a:srgbClr val="F03F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D9F1548-0043-1E28-CFB7-7E274A3547F5}"/>
              </a:ext>
            </a:extLst>
          </p:cNvPr>
          <p:cNvCxnSpPr>
            <a:cxnSpLocks/>
          </p:cNvCxnSpPr>
          <p:nvPr/>
        </p:nvCxnSpPr>
        <p:spPr>
          <a:xfrm flipH="1">
            <a:off x="4338620" y="2958139"/>
            <a:ext cx="185294" cy="588130"/>
          </a:xfrm>
          <a:prstGeom prst="line">
            <a:avLst/>
          </a:prstGeom>
          <a:ln w="12700">
            <a:solidFill>
              <a:srgbClr val="009D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D4BFFB1-ABC1-2F69-FD8C-D418F19484F4}"/>
              </a:ext>
            </a:extLst>
          </p:cNvPr>
          <p:cNvCxnSpPr>
            <a:cxnSpLocks/>
          </p:cNvCxnSpPr>
          <p:nvPr/>
        </p:nvCxnSpPr>
        <p:spPr>
          <a:xfrm flipH="1">
            <a:off x="6314034" y="2958139"/>
            <a:ext cx="185294" cy="588130"/>
          </a:xfrm>
          <a:prstGeom prst="line">
            <a:avLst/>
          </a:prstGeom>
          <a:ln w="12700">
            <a:solidFill>
              <a:srgbClr val="F03F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B47BD8C-01B7-9273-7D09-64980E8DD3DE}"/>
              </a:ext>
            </a:extLst>
          </p:cNvPr>
          <p:cNvCxnSpPr>
            <a:cxnSpLocks/>
          </p:cNvCxnSpPr>
          <p:nvPr/>
        </p:nvCxnSpPr>
        <p:spPr>
          <a:xfrm flipH="1">
            <a:off x="8289448" y="2958139"/>
            <a:ext cx="185294" cy="588130"/>
          </a:xfrm>
          <a:prstGeom prst="line">
            <a:avLst/>
          </a:prstGeom>
          <a:ln w="12700">
            <a:solidFill>
              <a:srgbClr val="009D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BEA97EE-9275-7CA3-55FE-A41AAB7C1C08}"/>
              </a:ext>
            </a:extLst>
          </p:cNvPr>
          <p:cNvSpPr txBox="1"/>
          <p:nvPr/>
        </p:nvSpPr>
        <p:spPr>
          <a:xfrm>
            <a:off x="49357" y="233567"/>
            <a:ext cx="16738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진행 상황 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단계 표시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F733FD-FE63-38D4-22CB-C07BB0767F3D}"/>
              </a:ext>
            </a:extLst>
          </p:cNvPr>
          <p:cNvSpPr txBox="1"/>
          <p:nvPr/>
        </p:nvSpPr>
        <p:spPr>
          <a:xfrm>
            <a:off x="49357" y="2307968"/>
            <a:ext cx="1981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구성 요소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핵심 구성 요소</a:t>
            </a:r>
          </a:p>
        </p:txBody>
      </p:sp>
    </p:spTree>
    <p:extLst>
      <p:ext uri="{BB962C8B-B14F-4D97-AF65-F5344CB8AC3E}">
        <p14:creationId xmlns:p14="http://schemas.microsoft.com/office/powerpoint/2010/main" val="1460580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45558F43-47EB-45A8-AC6F-0065AA6675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400540"/>
              </p:ext>
            </p:extLst>
          </p:nvPr>
        </p:nvGraphicFramePr>
        <p:xfrm>
          <a:off x="295936" y="576896"/>
          <a:ext cx="3632963" cy="5079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870B94F-6DB9-E8C5-18C2-CD663C2168E3}"/>
              </a:ext>
            </a:extLst>
          </p:cNvPr>
          <p:cNvSpPr txBox="1"/>
          <p:nvPr/>
        </p:nvSpPr>
        <p:spPr>
          <a:xfrm>
            <a:off x="295936" y="549779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그래프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막대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0289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7114ABE3-8372-0647-8EC9-15E21E9F87DE}"/>
              </a:ext>
            </a:extLst>
          </p:cNvPr>
          <p:cNvGrpSpPr/>
          <p:nvPr/>
        </p:nvGrpSpPr>
        <p:grpSpPr>
          <a:xfrm>
            <a:off x="514948" y="446316"/>
            <a:ext cx="9349566" cy="4805480"/>
            <a:chOff x="1246063" y="1155835"/>
            <a:chExt cx="9349566" cy="4805480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ECF1488-5151-BC05-FA1C-AB907AC5DD13}"/>
                </a:ext>
              </a:extLst>
            </p:cNvPr>
            <p:cNvGrpSpPr/>
            <p:nvPr/>
          </p:nvGrpSpPr>
          <p:grpSpPr>
            <a:xfrm>
              <a:off x="3115397" y="1155835"/>
              <a:ext cx="1502075" cy="615553"/>
              <a:chOff x="756620" y="2272410"/>
              <a:chExt cx="1502075" cy="615553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393FAA-D181-BCC8-E496-D6D5C3EDFC3E}"/>
                  </a:ext>
                </a:extLst>
              </p:cNvPr>
              <p:cNvSpPr txBox="1"/>
              <p:nvPr/>
            </p:nvSpPr>
            <p:spPr>
              <a:xfrm>
                <a:off x="756620" y="2272410"/>
                <a:ext cx="562975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STEP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800" b="0" i="0" u="none" strike="noStrike" kern="1200" cap="none" spc="-150" normalizeH="0" baseline="0" noProof="0" dirty="0">
                    <a:solidFill>
                      <a:srgbClr val="6898BC">
                        <a:alpha val="7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01</a:t>
                </a:r>
                <a:endParaRPr kumimoji="0" lang="en-US" altLang="ko-KR" sz="2400" b="0" i="0" u="none" strike="noStrike" kern="1200" cap="none" spc="-150" normalizeH="0" baseline="0" noProof="0" dirty="0">
                  <a:solidFill>
                    <a:srgbClr val="6898BC">
                      <a:alpha val="70000"/>
                    </a:srgbClr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7A8F0A-590D-0CA4-67EE-A3790E1CBD15}"/>
                  </a:ext>
                </a:extLst>
              </p:cNvPr>
              <p:cNvSpPr txBox="1"/>
              <p:nvPr/>
            </p:nvSpPr>
            <p:spPr>
              <a:xfrm>
                <a:off x="1302664" y="2323589"/>
                <a:ext cx="9560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60" normalizeH="0" baseline="0" noProof="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상황 확인과</a:t>
                </a:r>
                <a:endParaRPr kumimoji="0" lang="en-US" altLang="ko-KR" sz="1400" b="0" i="0" u="none" strike="noStrike" kern="1200" cap="none" spc="-60" normalizeH="0" baseline="0" noProof="0" dirty="0"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60" normalizeH="0" baseline="0" noProof="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초동 대처 </a:t>
                </a: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2887461-DE1D-BA3F-CD70-7A591C6B147A}"/>
                </a:ext>
              </a:extLst>
            </p:cNvPr>
            <p:cNvGrpSpPr/>
            <p:nvPr/>
          </p:nvGrpSpPr>
          <p:grpSpPr>
            <a:xfrm>
              <a:off x="5224430" y="1155835"/>
              <a:ext cx="1731944" cy="615553"/>
              <a:chOff x="3166465" y="2272410"/>
              <a:chExt cx="1731944" cy="61555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C2D9A9-9078-5AFB-9157-6F2124CDE1B7}"/>
                  </a:ext>
                </a:extLst>
              </p:cNvPr>
              <p:cNvSpPr txBox="1"/>
              <p:nvPr/>
            </p:nvSpPr>
            <p:spPr>
              <a:xfrm>
                <a:off x="3166465" y="2272410"/>
                <a:ext cx="612667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STEP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800" b="0" i="0" u="none" strike="noStrike" kern="1200" cap="none" spc="-150" normalizeH="0" baseline="0" noProof="0" dirty="0">
                    <a:solidFill>
                      <a:srgbClr val="6898BC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80EFF2-57BF-3364-BEF2-AAE92AA3E1CB}"/>
                  </a:ext>
                </a:extLst>
              </p:cNvPr>
              <p:cNvSpPr txBox="1"/>
              <p:nvPr/>
            </p:nvSpPr>
            <p:spPr>
              <a:xfrm>
                <a:off x="3762201" y="2323589"/>
                <a:ext cx="11362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60" normalizeH="0" baseline="0" noProof="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상황 전파 및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60" normalizeH="0" baseline="0" noProof="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비상 대책 실행</a:t>
                </a: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9169CE8-8E92-2A46-B320-53EEC1FFF1A5}"/>
                </a:ext>
              </a:extLst>
            </p:cNvPr>
            <p:cNvGrpSpPr/>
            <p:nvPr/>
          </p:nvGrpSpPr>
          <p:grpSpPr>
            <a:xfrm>
              <a:off x="7335973" y="1155835"/>
              <a:ext cx="1743166" cy="615553"/>
              <a:chOff x="6107409" y="2272410"/>
              <a:chExt cx="1743166" cy="61555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01DE08-7D7E-6DE0-1932-A6EF5D8EEC44}"/>
                  </a:ext>
                </a:extLst>
              </p:cNvPr>
              <p:cNvSpPr txBox="1"/>
              <p:nvPr/>
            </p:nvSpPr>
            <p:spPr>
              <a:xfrm>
                <a:off x="6107409" y="2272410"/>
                <a:ext cx="623889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STEP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800" b="0" i="0" u="none" strike="noStrike" kern="1200" cap="none" spc="-150" normalizeH="0" baseline="0" noProof="0" dirty="0">
                    <a:solidFill>
                      <a:srgbClr val="427194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03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C6117B-DC6F-E7BE-6434-A51AD0BBB85B}"/>
                  </a:ext>
                </a:extLst>
              </p:cNvPr>
              <p:cNvSpPr txBox="1"/>
              <p:nvPr/>
            </p:nvSpPr>
            <p:spPr>
              <a:xfrm>
                <a:off x="6714367" y="2323589"/>
                <a:ext cx="11362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60" normalizeH="0" baseline="0" noProof="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상황 수습 후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60" normalizeH="0" baseline="0" noProof="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사고 상황 점검</a:t>
                </a: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E9662F6-164B-58C1-1863-3E3DB63E13E6}"/>
                </a:ext>
              </a:extLst>
            </p:cNvPr>
            <p:cNvGrpSpPr/>
            <p:nvPr/>
          </p:nvGrpSpPr>
          <p:grpSpPr>
            <a:xfrm>
              <a:off x="1246063" y="1919644"/>
              <a:ext cx="9349566" cy="4041671"/>
              <a:chOff x="625345" y="3068691"/>
              <a:chExt cx="9349566" cy="4041671"/>
            </a:xfrm>
          </p:grpSpPr>
          <p:sp>
            <p:nvSpPr>
              <p:cNvPr id="12" name="화살표: 갈매기형 수장 11">
                <a:extLst>
                  <a:ext uri="{FF2B5EF4-FFF2-40B4-BE49-F238E27FC236}">
                    <a16:creationId xmlns:a16="http://schemas.microsoft.com/office/drawing/2014/main" id="{88E79F3F-8E40-F074-8AF1-06AD3ED00C2D}"/>
                  </a:ext>
                </a:extLst>
              </p:cNvPr>
              <p:cNvSpPr/>
              <p:nvPr/>
            </p:nvSpPr>
            <p:spPr>
              <a:xfrm>
                <a:off x="2494679" y="3073041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상황 보고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탑승자 안전 확보</a:t>
                </a:r>
              </a:p>
            </p:txBody>
          </p:sp>
          <p:sp>
            <p:nvSpPr>
              <p:cNvPr id="13" name="화살표: 갈매기형 수장 12">
                <a:extLst>
                  <a:ext uri="{FF2B5EF4-FFF2-40B4-BE49-F238E27FC236}">
                    <a16:creationId xmlns:a16="http://schemas.microsoft.com/office/drawing/2014/main" id="{34022F20-8CD4-C6CE-5238-7DC0F7EE6165}"/>
                  </a:ext>
                </a:extLst>
              </p:cNvPr>
              <p:cNvSpPr/>
              <p:nvPr/>
            </p:nvSpPr>
            <p:spPr>
              <a:xfrm>
                <a:off x="4604967" y="3073041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가용 가능 자원 파악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탑승자 운행 지연 안내</a:t>
                </a:r>
              </a:p>
            </p:txBody>
          </p:sp>
          <p:sp>
            <p:nvSpPr>
              <p:cNvPr id="14" name="화살표: 갈매기형 수장 13">
                <a:extLst>
                  <a:ext uri="{FF2B5EF4-FFF2-40B4-BE49-F238E27FC236}">
                    <a16:creationId xmlns:a16="http://schemas.microsoft.com/office/drawing/2014/main" id="{DC7D1D3E-4C34-8772-52AC-F7FB8C795DA5}"/>
                  </a:ext>
                </a:extLst>
              </p:cNvPr>
              <p:cNvSpPr/>
              <p:nvPr/>
            </p:nvSpPr>
            <p:spPr>
              <a:xfrm>
                <a:off x="6715255" y="3073041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60</a:t>
                </a: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분 내 대체 자원 투입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탑승자 운행 재개 안내</a:t>
                </a:r>
              </a:p>
            </p:txBody>
          </p:sp>
          <p:sp>
            <p:nvSpPr>
              <p:cNvPr id="15" name="화살표: 갈매기형 수장 14">
                <a:extLst>
                  <a:ext uri="{FF2B5EF4-FFF2-40B4-BE49-F238E27FC236}">
                    <a16:creationId xmlns:a16="http://schemas.microsoft.com/office/drawing/2014/main" id="{5D975D35-941D-D018-FB74-87AA9D7965F6}"/>
                  </a:ext>
                </a:extLst>
              </p:cNvPr>
              <p:cNvSpPr/>
              <p:nvPr/>
            </p:nvSpPr>
            <p:spPr>
              <a:xfrm>
                <a:off x="2494679" y="4096828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긴급대응</a:t>
                </a:r>
                <a:r>
                  <a:rPr kumimoji="0" lang="en-US" altLang="ko-KR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</a:t>
                </a: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컨티전시</a:t>
                </a:r>
                <a:r>
                  <a:rPr kumimoji="0" lang="en-US" altLang="ko-KR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)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차량 투입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6" name="화살표: 갈매기형 수장 15">
                <a:extLst>
                  <a:ext uri="{FF2B5EF4-FFF2-40B4-BE49-F238E27FC236}">
                    <a16:creationId xmlns:a16="http://schemas.microsoft.com/office/drawing/2014/main" id="{33771EB2-8C3E-123C-8135-C361BB466EDD}"/>
                  </a:ext>
                </a:extLst>
              </p:cNvPr>
              <p:cNvSpPr/>
              <p:nvPr/>
            </p:nvSpPr>
            <p:spPr>
              <a:xfrm>
                <a:off x="4558400" y="4119053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선조치 후송 지원</a:t>
                </a:r>
              </a:p>
            </p:txBody>
          </p:sp>
          <p:sp>
            <p:nvSpPr>
              <p:cNvPr id="17" name="화살표: 갈매기형 수장 16">
                <a:extLst>
                  <a:ext uri="{FF2B5EF4-FFF2-40B4-BE49-F238E27FC236}">
                    <a16:creationId xmlns:a16="http://schemas.microsoft.com/office/drawing/2014/main" id="{92C097EB-0043-6E82-332D-87A8AB77E3B4}"/>
                  </a:ext>
                </a:extLst>
              </p:cNvPr>
              <p:cNvSpPr/>
              <p:nvPr/>
            </p:nvSpPr>
            <p:spPr>
              <a:xfrm>
                <a:off x="6715255" y="4096828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진행상황 </a:t>
                </a:r>
                <a:r>
                  <a:rPr kumimoji="0" lang="en-US" altLang="ko-KR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TF </a:t>
                </a: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및 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주최측 보고</a:t>
                </a:r>
              </a:p>
            </p:txBody>
          </p:sp>
          <p:sp>
            <p:nvSpPr>
              <p:cNvPr id="18" name="화살표: 갈매기형 수장 17">
                <a:extLst>
                  <a:ext uri="{FF2B5EF4-FFF2-40B4-BE49-F238E27FC236}">
                    <a16:creationId xmlns:a16="http://schemas.microsoft.com/office/drawing/2014/main" id="{BAEF2C6C-C5AD-226B-9FE7-01BDB1CE7873}"/>
                  </a:ext>
                </a:extLst>
              </p:cNvPr>
              <p:cNvSpPr/>
              <p:nvPr/>
            </p:nvSpPr>
            <p:spPr>
              <a:xfrm>
                <a:off x="2494679" y="5165066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코디 상황 보고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즉시 인근 병원</a:t>
                </a:r>
                <a:r>
                  <a:rPr kumimoji="0" lang="en-US" altLang="ko-KR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</a:t>
                </a: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보건소 후송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9" name="화살표: 갈매기형 수장 18">
                <a:extLst>
                  <a:ext uri="{FF2B5EF4-FFF2-40B4-BE49-F238E27FC236}">
                    <a16:creationId xmlns:a16="http://schemas.microsoft.com/office/drawing/2014/main" id="{EA86F3B0-4FC9-F894-F90D-03D4A6F9F27D}"/>
                  </a:ext>
                </a:extLst>
              </p:cNvPr>
              <p:cNvSpPr/>
              <p:nvPr/>
            </p:nvSpPr>
            <p:spPr>
              <a:xfrm>
                <a:off x="4604967" y="5165066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가용 가능 대체 자원 파악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탑승자 운행 지연 안내</a:t>
                </a:r>
              </a:p>
            </p:txBody>
          </p:sp>
          <p:sp>
            <p:nvSpPr>
              <p:cNvPr id="20" name="화살표: 갈매기형 수장 19">
                <a:extLst>
                  <a:ext uri="{FF2B5EF4-FFF2-40B4-BE49-F238E27FC236}">
                    <a16:creationId xmlns:a16="http://schemas.microsoft.com/office/drawing/2014/main" id="{DB100079-AB00-2D8F-45FE-3B3525FB5284}"/>
                  </a:ext>
                </a:extLst>
              </p:cNvPr>
              <p:cNvSpPr/>
              <p:nvPr/>
            </p:nvSpPr>
            <p:spPr>
              <a:xfrm>
                <a:off x="6715255" y="5165066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30</a:t>
                </a: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분 내 대체 자원 투입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방역 조치 실행</a:t>
                </a:r>
              </a:p>
            </p:txBody>
          </p:sp>
          <p:sp>
            <p:nvSpPr>
              <p:cNvPr id="21" name="화살표: 갈매기형 수장 20">
                <a:extLst>
                  <a:ext uri="{FF2B5EF4-FFF2-40B4-BE49-F238E27FC236}">
                    <a16:creationId xmlns:a16="http://schemas.microsoft.com/office/drawing/2014/main" id="{283D494A-9B4D-CA9B-52A8-898F0D6849D7}"/>
                  </a:ext>
                </a:extLst>
              </p:cNvPr>
              <p:cNvSpPr/>
              <p:nvPr/>
            </p:nvSpPr>
            <p:spPr>
              <a:xfrm>
                <a:off x="2494679" y="6223552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불만 접수 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운전자 상황 보고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2" name="화살표: 갈매기형 수장 21">
                <a:extLst>
                  <a:ext uri="{FF2B5EF4-FFF2-40B4-BE49-F238E27FC236}">
                    <a16:creationId xmlns:a16="http://schemas.microsoft.com/office/drawing/2014/main" id="{79C5C7F5-9F91-366F-EB7C-1AEE1C442CDB}"/>
                  </a:ext>
                </a:extLst>
              </p:cNvPr>
              <p:cNvSpPr/>
              <p:nvPr/>
            </p:nvSpPr>
            <p:spPr>
              <a:xfrm>
                <a:off x="4604967" y="6223552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불만 유형 분류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승객 요구사항 파악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3" name="화살표: 갈매기형 수장 22">
                <a:extLst>
                  <a:ext uri="{FF2B5EF4-FFF2-40B4-BE49-F238E27FC236}">
                    <a16:creationId xmlns:a16="http://schemas.microsoft.com/office/drawing/2014/main" id="{34D3316D-5F8B-9507-CD95-D625DC5B7D16}"/>
                  </a:ext>
                </a:extLst>
              </p:cNvPr>
              <p:cNvSpPr/>
              <p:nvPr/>
            </p:nvSpPr>
            <p:spPr>
              <a:xfrm>
                <a:off x="6715255" y="6223552"/>
                <a:ext cx="2213426" cy="886810"/>
              </a:xfrm>
              <a:prstGeom prst="chevron">
                <a:avLst>
                  <a:gd name="adj" fmla="val 40453"/>
                </a:avLst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관계자와 협의 후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80" normalizeH="0" baseline="0" noProof="0" dirty="0"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보상 조치 등 실행</a:t>
                </a:r>
                <a:endParaRPr kumimoji="0" lang="en-US" altLang="ko-KR" sz="1100" b="0" i="0" u="none" strike="noStrike" kern="1200" cap="none" spc="-8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4" name="화살표: 오각형 23">
                <a:extLst>
                  <a:ext uri="{FF2B5EF4-FFF2-40B4-BE49-F238E27FC236}">
                    <a16:creationId xmlns:a16="http://schemas.microsoft.com/office/drawing/2014/main" id="{8B9B5E4F-02DA-5A6F-86F7-87EC76D5E1D6}"/>
                  </a:ext>
                </a:extLst>
              </p:cNvPr>
              <p:cNvSpPr/>
              <p:nvPr/>
            </p:nvSpPr>
            <p:spPr>
              <a:xfrm>
                <a:off x="625345" y="3068691"/>
                <a:ext cx="1972472" cy="886810"/>
              </a:xfrm>
              <a:prstGeom prst="homePlate">
                <a:avLst>
                  <a:gd name="adj" fmla="val 38735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5" name="화살표: 오각형 24">
                <a:extLst>
                  <a:ext uri="{FF2B5EF4-FFF2-40B4-BE49-F238E27FC236}">
                    <a16:creationId xmlns:a16="http://schemas.microsoft.com/office/drawing/2014/main" id="{5631F4F1-1E71-F6A0-5A2A-2DA4F45ABB49}"/>
                  </a:ext>
                </a:extLst>
              </p:cNvPr>
              <p:cNvSpPr/>
              <p:nvPr/>
            </p:nvSpPr>
            <p:spPr>
              <a:xfrm>
                <a:off x="625345" y="4096828"/>
                <a:ext cx="1972472" cy="886810"/>
              </a:xfrm>
              <a:prstGeom prst="homePlate">
                <a:avLst>
                  <a:gd name="adj" fmla="val 38735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6" name="화살표: 오각형 25">
                <a:extLst>
                  <a:ext uri="{FF2B5EF4-FFF2-40B4-BE49-F238E27FC236}">
                    <a16:creationId xmlns:a16="http://schemas.microsoft.com/office/drawing/2014/main" id="{21F73980-03E3-DE74-4AAA-A278587C01E0}"/>
                  </a:ext>
                </a:extLst>
              </p:cNvPr>
              <p:cNvSpPr/>
              <p:nvPr/>
            </p:nvSpPr>
            <p:spPr>
              <a:xfrm>
                <a:off x="625345" y="5170645"/>
                <a:ext cx="1972472" cy="886810"/>
              </a:xfrm>
              <a:prstGeom prst="homePlate">
                <a:avLst>
                  <a:gd name="adj" fmla="val 38735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7" name="화살표: 오각형 26">
                <a:extLst>
                  <a:ext uri="{FF2B5EF4-FFF2-40B4-BE49-F238E27FC236}">
                    <a16:creationId xmlns:a16="http://schemas.microsoft.com/office/drawing/2014/main" id="{088D528F-7835-ACDE-3B4F-141ED94FEFB3}"/>
                  </a:ext>
                </a:extLst>
              </p:cNvPr>
              <p:cNvSpPr/>
              <p:nvPr/>
            </p:nvSpPr>
            <p:spPr>
              <a:xfrm>
                <a:off x="625345" y="6221511"/>
                <a:ext cx="1972472" cy="886810"/>
              </a:xfrm>
              <a:prstGeom prst="homePlate">
                <a:avLst>
                  <a:gd name="adj" fmla="val 38735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A700AC-F513-C053-B957-37B2C2108BA1}"/>
                  </a:ext>
                </a:extLst>
              </p:cNvPr>
              <p:cNvSpPr txBox="1"/>
              <p:nvPr/>
            </p:nvSpPr>
            <p:spPr>
              <a:xfrm>
                <a:off x="1343048" y="3201190"/>
                <a:ext cx="8816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대형버스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운전자</a:t>
                </a:r>
                <a:r>
                  <a:rPr kumimoji="0" lang="en-US" altLang="ko-KR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차량 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대체 상황</a:t>
                </a:r>
              </a:p>
            </p:txBody>
          </p:sp>
          <p:pic>
            <p:nvPicPr>
              <p:cNvPr id="29" name="그래픽 28" descr="서류가방 단색으로 채워진">
                <a:extLst>
                  <a:ext uri="{FF2B5EF4-FFF2-40B4-BE49-F238E27FC236}">
                    <a16:creationId xmlns:a16="http://schemas.microsoft.com/office/drawing/2014/main" id="{6AEAE785-C851-28DC-48EF-2E7CBE2C37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11589"/>
              <a:stretch/>
            </p:blipFill>
            <p:spPr>
              <a:xfrm>
                <a:off x="626792" y="6326945"/>
                <a:ext cx="597614" cy="675942"/>
              </a:xfrm>
              <a:prstGeom prst="rect">
                <a:avLst/>
              </a:prstGeom>
            </p:spPr>
          </p:pic>
          <p:pic>
            <p:nvPicPr>
              <p:cNvPr id="30" name="그래픽 29" descr="버스 단색으로 채워진">
                <a:extLst>
                  <a:ext uri="{FF2B5EF4-FFF2-40B4-BE49-F238E27FC236}">
                    <a16:creationId xmlns:a16="http://schemas.microsoft.com/office/drawing/2014/main" id="{A27F7CA5-9D59-2C1A-78CE-05B3D2398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11589"/>
              <a:stretch/>
            </p:blipFill>
            <p:spPr>
              <a:xfrm>
                <a:off x="626792" y="3174125"/>
                <a:ext cx="597614" cy="675942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1D93C8-4335-D8B0-C544-C7D94F288200}"/>
                  </a:ext>
                </a:extLst>
              </p:cNvPr>
              <p:cNvSpPr txBox="1"/>
              <p:nvPr/>
            </p:nvSpPr>
            <p:spPr>
              <a:xfrm>
                <a:off x="1343048" y="4303005"/>
                <a:ext cx="675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돌발상황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발생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34FF61C-7465-5E50-6C42-8F96AC1F40ED}"/>
                  </a:ext>
                </a:extLst>
              </p:cNvPr>
              <p:cNvSpPr txBox="1"/>
              <p:nvPr/>
            </p:nvSpPr>
            <p:spPr>
              <a:xfrm>
                <a:off x="1343048" y="5372472"/>
                <a:ext cx="8220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탑승자 건강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이상 발생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9BEEEC-71FE-C3F3-412C-8BBA6D5622E5}"/>
                  </a:ext>
                </a:extLst>
              </p:cNvPr>
              <p:cNvSpPr txBox="1"/>
              <p:nvPr/>
            </p:nvSpPr>
            <p:spPr>
              <a:xfrm>
                <a:off x="1343048" y="6446903"/>
                <a:ext cx="6992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승객 불만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민원 발생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pic>
            <p:nvPicPr>
              <p:cNvPr id="34" name="그래픽 33" descr="의료 단색으로 채워진">
                <a:extLst>
                  <a:ext uri="{FF2B5EF4-FFF2-40B4-BE49-F238E27FC236}">
                    <a16:creationId xmlns:a16="http://schemas.microsoft.com/office/drawing/2014/main" id="{CF881222-A354-3603-82AA-7414BB424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11589"/>
              <a:stretch/>
            </p:blipFill>
            <p:spPr>
              <a:xfrm>
                <a:off x="626792" y="5260315"/>
                <a:ext cx="597614" cy="675942"/>
              </a:xfrm>
              <a:prstGeom prst="rect">
                <a:avLst/>
              </a:prstGeom>
            </p:spPr>
          </p:pic>
          <p:pic>
            <p:nvPicPr>
              <p:cNvPr id="35" name="그래픽 34" descr="경고 단색으로 채워진">
                <a:extLst>
                  <a:ext uri="{FF2B5EF4-FFF2-40B4-BE49-F238E27FC236}">
                    <a16:creationId xmlns:a16="http://schemas.microsoft.com/office/drawing/2014/main" id="{B4AF2139-7403-5449-D809-27DAA7732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1589"/>
              <a:stretch/>
            </p:blipFill>
            <p:spPr>
              <a:xfrm>
                <a:off x="626792" y="4193685"/>
                <a:ext cx="597614" cy="675942"/>
              </a:xfrm>
              <a:prstGeom prst="rect">
                <a:avLst/>
              </a:prstGeom>
            </p:spPr>
          </p:pic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EF91945F-96D1-A99D-243B-6EB3F7671A8A}"/>
                  </a:ext>
                </a:extLst>
              </p:cNvPr>
              <p:cNvSpPr/>
              <p:nvPr/>
            </p:nvSpPr>
            <p:spPr>
              <a:xfrm>
                <a:off x="9088101" y="3068691"/>
                <a:ext cx="886810" cy="886810"/>
              </a:xfrm>
              <a:prstGeom prst="roundRect">
                <a:avLst>
                  <a:gd name="adj" fmla="val 28451"/>
                </a:avLst>
              </a:prstGeom>
              <a:solidFill>
                <a:srgbClr val="2D2F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서비스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관리팀</a:t>
                </a:r>
              </a:p>
            </p:txBody>
          </p:sp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6B762F5E-5751-A778-6A41-1E5B371D4ECA}"/>
                  </a:ext>
                </a:extLst>
              </p:cNvPr>
              <p:cNvSpPr/>
              <p:nvPr/>
            </p:nvSpPr>
            <p:spPr>
              <a:xfrm>
                <a:off x="9088101" y="4096828"/>
                <a:ext cx="886810" cy="886810"/>
              </a:xfrm>
              <a:prstGeom prst="roundRect">
                <a:avLst>
                  <a:gd name="adj" fmla="val 28451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현장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관리팀</a:t>
                </a: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861DAA20-2D14-77DD-1D4F-76CDBA1CBE7E}"/>
                  </a:ext>
                </a:extLst>
              </p:cNvPr>
              <p:cNvSpPr/>
              <p:nvPr/>
            </p:nvSpPr>
            <p:spPr>
              <a:xfrm>
                <a:off x="9088101" y="5165066"/>
                <a:ext cx="886810" cy="886810"/>
              </a:xfrm>
              <a:prstGeom prst="roundRect">
                <a:avLst>
                  <a:gd name="adj" fmla="val 28451"/>
                </a:avLst>
              </a:prstGeom>
              <a:solidFill>
                <a:srgbClr val="2D2F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서비스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관리팀</a:t>
                </a:r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03257FA1-C884-74F9-51A8-31E757FACE7B}"/>
                  </a:ext>
                </a:extLst>
              </p:cNvPr>
              <p:cNvSpPr/>
              <p:nvPr/>
            </p:nvSpPr>
            <p:spPr>
              <a:xfrm>
                <a:off x="9088101" y="6221511"/>
                <a:ext cx="886810" cy="886810"/>
              </a:xfrm>
              <a:prstGeom prst="roundRect">
                <a:avLst>
                  <a:gd name="adj" fmla="val 28451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현장</a:t>
                </a:r>
                <a:endParaRPr kumimoji="0" lang="en-US" altLang="ko-KR" sz="1200" b="0" i="0" u="none" strike="noStrike" kern="1200" cap="none" spc="-8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8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관리팀</a:t>
                </a:r>
              </a:p>
            </p:txBody>
          </p:sp>
        </p:grpSp>
      </p:grp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AA6972D9-2509-7137-5439-EB28BE537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371448"/>
              </p:ext>
            </p:extLst>
          </p:nvPr>
        </p:nvGraphicFramePr>
        <p:xfrm>
          <a:off x="-360412" y="6360505"/>
          <a:ext cx="9707454" cy="1201923"/>
        </p:xfrm>
        <a:graphic>
          <a:graphicData uri="http://schemas.openxmlformats.org/drawingml/2006/table">
            <a:tbl>
              <a:tblPr/>
              <a:tblGrid>
                <a:gridCol w="1337641">
                  <a:extLst>
                    <a:ext uri="{9D8B030D-6E8A-4147-A177-3AD203B41FA5}">
                      <a16:colId xmlns:a16="http://schemas.microsoft.com/office/drawing/2014/main" val="1634206063"/>
                    </a:ext>
                  </a:extLst>
                </a:gridCol>
                <a:gridCol w="1337641">
                  <a:extLst>
                    <a:ext uri="{9D8B030D-6E8A-4147-A177-3AD203B41FA5}">
                      <a16:colId xmlns:a16="http://schemas.microsoft.com/office/drawing/2014/main" val="4038941906"/>
                    </a:ext>
                  </a:extLst>
                </a:gridCol>
                <a:gridCol w="1337641">
                  <a:extLst>
                    <a:ext uri="{9D8B030D-6E8A-4147-A177-3AD203B41FA5}">
                      <a16:colId xmlns:a16="http://schemas.microsoft.com/office/drawing/2014/main" val="2609704312"/>
                    </a:ext>
                  </a:extLst>
                </a:gridCol>
                <a:gridCol w="1337641">
                  <a:extLst>
                    <a:ext uri="{9D8B030D-6E8A-4147-A177-3AD203B41FA5}">
                      <a16:colId xmlns:a16="http://schemas.microsoft.com/office/drawing/2014/main" val="3977199436"/>
                    </a:ext>
                  </a:extLst>
                </a:gridCol>
                <a:gridCol w="2178445">
                  <a:extLst>
                    <a:ext uri="{9D8B030D-6E8A-4147-A177-3AD203B41FA5}">
                      <a16:colId xmlns:a16="http://schemas.microsoft.com/office/drawing/2014/main" val="4071449683"/>
                    </a:ext>
                  </a:extLst>
                </a:gridCol>
                <a:gridCol w="2178445">
                  <a:extLst>
                    <a:ext uri="{9D8B030D-6E8A-4147-A177-3AD203B41FA5}">
                      <a16:colId xmlns:a16="http://schemas.microsoft.com/office/drawing/2014/main" val="4246550296"/>
                    </a:ext>
                  </a:extLst>
                </a:gridCol>
              </a:tblGrid>
              <a:tr h="2476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05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2024. 12</a:t>
                      </a:r>
                      <a:endParaRPr lang="ko-KR" altLang="en-US" sz="1050" kern="1200" spc="-7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3600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05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2025. 03</a:t>
                      </a:r>
                      <a:endParaRPr lang="ko-KR" altLang="en-US" sz="1050" kern="1200" spc="-7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3600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2E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05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2025.05</a:t>
                      </a:r>
                    </a:p>
                  </a:txBody>
                  <a:tcPr marL="0" marR="0" marT="3600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2E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05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2025.08</a:t>
                      </a:r>
                      <a:endParaRPr lang="ko-KR" altLang="en-US" sz="1050" kern="1200" spc="-7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3600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2E9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100" kern="1200" spc="-70" dirty="0"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2025.10</a:t>
                      </a:r>
                      <a:endParaRPr lang="ko-KR" altLang="en-US" sz="1100" kern="1200" spc="-70" dirty="0">
                        <a:solidFill>
                          <a:schemeClr val="bg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3600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532E92"/>
                        </a:gs>
                        <a:gs pos="100000">
                          <a:srgbClr val="A71931"/>
                        </a:gs>
                      </a:gsLst>
                      <a:lin ang="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440773"/>
                  </a:ext>
                </a:extLst>
              </a:tr>
              <a:tr h="2476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ko-KR" altLang="en-US" sz="105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서울</a:t>
                      </a:r>
                      <a:endParaRPr lang="en-US" sz="1050" kern="1200" spc="-7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ko-KR" altLang="en-US" sz="105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경주</a:t>
                      </a: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2E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ko-KR" altLang="en-US" sz="105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제주</a:t>
                      </a: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2E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ko-KR" altLang="en-US" sz="1050" kern="1200" spc="-7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인천</a:t>
                      </a: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2E9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ko-KR" altLang="en-US" sz="1100" kern="1200" spc="-70" dirty="0"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경주</a:t>
                      </a:r>
                    </a:p>
                  </a:txBody>
                  <a:tcPr marL="0" marR="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532E92"/>
                        </a:gs>
                        <a:gs pos="100000">
                          <a:srgbClr val="A71931"/>
                        </a:gs>
                      </a:gsLst>
                      <a:lin ang="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769956"/>
                  </a:ext>
                </a:extLst>
              </a:tr>
              <a:tr h="247620">
                <a:tc rowSpan="2"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비공식고위관리회의</a:t>
                      </a:r>
                      <a:endParaRPr lang="en-US" altLang="ko-KR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(ISOM)</a:t>
                      </a:r>
                      <a:endParaRPr lang="en-US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고위관리회의</a:t>
                      </a:r>
                      <a:endParaRPr lang="en-US" altLang="ko-KR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100794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(SOM Ⅰ)</a:t>
                      </a:r>
                      <a:endParaRPr lang="ko-KR" altLang="en-US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36000" marB="36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00794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고위관리회의</a:t>
                      </a:r>
                      <a:endParaRPr lang="en-US" altLang="ko-KR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100794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(SOM Ⅱ)</a:t>
                      </a:r>
                      <a:endParaRPr lang="ko-KR" altLang="en-US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36000" marB="36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00794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고위관리회의</a:t>
                      </a:r>
                      <a:endParaRPr lang="en-US" altLang="ko-KR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100794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(SOM Ⅲ)</a:t>
                      </a:r>
                      <a:endParaRPr lang="ko-KR" altLang="en-US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36000" marB="36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21</a:t>
                      </a: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개국 정상회의 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Ⅰ,Ⅱ (AELM)</a:t>
                      </a:r>
                      <a:endParaRPr lang="ko-KR" altLang="en-US" sz="1050" kern="1200" spc="-7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36000" marB="36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636859"/>
                  </a:ext>
                </a:extLst>
              </a:tr>
              <a:tr h="459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최종 고위관리회의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(CSOM)</a:t>
                      </a:r>
                    </a:p>
                    <a:p>
                      <a:pPr marL="0" marR="0" lvl="0" indent="0" algn="ctr" defTabSz="100794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외교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통상 합동각료회의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(AMM)</a:t>
                      </a:r>
                    </a:p>
                  </a:txBody>
                  <a:tcPr marL="0" marR="0" marT="36000" marB="36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CEO SUMMIT (</a:t>
                      </a: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최고경영자회의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050" kern="1200" spc="-7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ABAC</a:t>
                      </a: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과의 대화 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기업인자문위원회</a:t>
                      </a:r>
                      <a:r>
                        <a:rPr lang="en-US" altLang="ko-KR" sz="1050" kern="1200" spc="-7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0" marR="0" marT="36000" marB="36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701607"/>
                  </a:ext>
                </a:extLst>
              </a:tr>
            </a:tbl>
          </a:graphicData>
        </a:graphic>
      </p:graphicFrame>
      <p:grpSp>
        <p:nvGrpSpPr>
          <p:cNvPr id="63" name="그룹 62">
            <a:extLst>
              <a:ext uri="{FF2B5EF4-FFF2-40B4-BE49-F238E27FC236}">
                <a16:creationId xmlns:a16="http://schemas.microsoft.com/office/drawing/2014/main" id="{E0222D20-2ED5-447C-CA42-C4F072B48628}"/>
              </a:ext>
            </a:extLst>
          </p:cNvPr>
          <p:cNvGrpSpPr/>
          <p:nvPr/>
        </p:nvGrpSpPr>
        <p:grpSpPr>
          <a:xfrm>
            <a:off x="481457" y="5963293"/>
            <a:ext cx="3146427" cy="173894"/>
            <a:chOff x="485773" y="1983332"/>
            <a:chExt cx="3146427" cy="173894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5399D72C-4D56-3BDE-1C92-D9E270BDC46F}"/>
                </a:ext>
              </a:extLst>
            </p:cNvPr>
            <p:cNvGrpSpPr/>
            <p:nvPr/>
          </p:nvGrpSpPr>
          <p:grpSpPr>
            <a:xfrm>
              <a:off x="485773" y="1987851"/>
              <a:ext cx="164859" cy="164856"/>
              <a:chOff x="1649489" y="1093084"/>
              <a:chExt cx="1050097" cy="1050080"/>
            </a:xfrm>
            <a:solidFill>
              <a:srgbClr val="532E92"/>
            </a:solidFill>
          </p:grpSpPr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1D07A1A7-C195-83D4-9921-F2CE2B77C17B}"/>
                  </a:ext>
                </a:extLst>
              </p:cNvPr>
              <p:cNvSpPr/>
              <p:nvPr/>
            </p:nvSpPr>
            <p:spPr>
              <a:xfrm flipV="1">
                <a:off x="2070494" y="1174634"/>
                <a:ext cx="208103" cy="316404"/>
              </a:xfrm>
              <a:custGeom>
                <a:avLst/>
                <a:gdLst>
                  <a:gd name="connsiteX0" fmla="*/ 66075 w 130354"/>
                  <a:gd name="connsiteY0" fmla="*/ 51006 h 198193"/>
                  <a:gd name="connsiteX1" fmla="*/ 81185 w 130354"/>
                  <a:gd name="connsiteY1" fmla="*/ 50130 h 198193"/>
                  <a:gd name="connsiteX2" fmla="*/ 88374 w 130354"/>
                  <a:gd name="connsiteY2" fmla="*/ 95948 h 198193"/>
                  <a:gd name="connsiteX3" fmla="*/ 66075 w 130354"/>
                  <a:gd name="connsiteY3" fmla="*/ 155944 h 198193"/>
                  <a:gd name="connsiteX4" fmla="*/ 43776 w 130354"/>
                  <a:gd name="connsiteY4" fmla="*/ 95948 h 198193"/>
                  <a:gd name="connsiteX5" fmla="*/ 50954 w 130354"/>
                  <a:gd name="connsiteY5" fmla="*/ 50130 h 198193"/>
                  <a:gd name="connsiteX6" fmla="*/ 66075 w 130354"/>
                  <a:gd name="connsiteY6" fmla="*/ 51006 h 198193"/>
                  <a:gd name="connsiteX7" fmla="*/ 105536 w 130354"/>
                  <a:gd name="connsiteY7" fmla="*/ 629 h 198193"/>
                  <a:gd name="connsiteX8" fmla="*/ 88707 w 130354"/>
                  <a:gd name="connsiteY8" fmla="*/ 5144 h 198193"/>
                  <a:gd name="connsiteX9" fmla="*/ 43443 w 130354"/>
                  <a:gd name="connsiteY9" fmla="*/ 5144 h 198193"/>
                  <a:gd name="connsiteX10" fmla="*/ 26614 w 130354"/>
                  <a:gd name="connsiteY10" fmla="*/ 629 h 198193"/>
                  <a:gd name="connsiteX11" fmla="*/ 18748 w 130354"/>
                  <a:gd name="connsiteY11" fmla="*/ 16171 h 198193"/>
                  <a:gd name="connsiteX12" fmla="*/ 898 w 130354"/>
                  <a:gd name="connsiteY12" fmla="*/ 95948 h 198193"/>
                  <a:gd name="connsiteX13" fmla="*/ 66075 w 130354"/>
                  <a:gd name="connsiteY13" fmla="*/ 198823 h 198193"/>
                  <a:gd name="connsiteX14" fmla="*/ 131252 w 130354"/>
                  <a:gd name="connsiteY14" fmla="*/ 95948 h 198193"/>
                  <a:gd name="connsiteX15" fmla="*/ 113402 w 130354"/>
                  <a:gd name="connsiteY15" fmla="*/ 16171 h 19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0354" h="198193">
                    <a:moveTo>
                      <a:pt x="66075" y="51006"/>
                    </a:moveTo>
                    <a:cubicBezTo>
                      <a:pt x="71134" y="51006"/>
                      <a:pt x="76193" y="50718"/>
                      <a:pt x="81185" y="50130"/>
                    </a:cubicBezTo>
                    <a:cubicBezTo>
                      <a:pt x="85866" y="64031"/>
                      <a:pt x="88374" y="79817"/>
                      <a:pt x="88374" y="95948"/>
                    </a:cubicBezTo>
                    <a:cubicBezTo>
                      <a:pt x="88374" y="137184"/>
                      <a:pt x="76814" y="155944"/>
                      <a:pt x="66075" y="155944"/>
                    </a:cubicBezTo>
                    <a:cubicBezTo>
                      <a:pt x="52740" y="155944"/>
                      <a:pt x="43776" y="131837"/>
                      <a:pt x="43776" y="95948"/>
                    </a:cubicBezTo>
                    <a:cubicBezTo>
                      <a:pt x="43776" y="79817"/>
                      <a:pt x="46283" y="64031"/>
                      <a:pt x="50954" y="50130"/>
                    </a:cubicBezTo>
                    <a:cubicBezTo>
                      <a:pt x="55968" y="50718"/>
                      <a:pt x="61016" y="51006"/>
                      <a:pt x="66075" y="51006"/>
                    </a:cubicBezTo>
                    <a:moveTo>
                      <a:pt x="105536" y="629"/>
                    </a:moveTo>
                    <a:lnTo>
                      <a:pt x="88707" y="5144"/>
                    </a:lnTo>
                    <a:cubicBezTo>
                      <a:pt x="73985" y="9116"/>
                      <a:pt x="58176" y="9116"/>
                      <a:pt x="43443" y="5144"/>
                    </a:cubicBezTo>
                    <a:lnTo>
                      <a:pt x="26614" y="629"/>
                    </a:lnTo>
                    <a:lnTo>
                      <a:pt x="18748" y="16171"/>
                    </a:lnTo>
                    <a:cubicBezTo>
                      <a:pt x="7077" y="39247"/>
                      <a:pt x="898" y="66838"/>
                      <a:pt x="898" y="95948"/>
                    </a:cubicBezTo>
                    <a:cubicBezTo>
                      <a:pt x="898" y="191401"/>
                      <a:pt x="50787" y="198823"/>
                      <a:pt x="66075" y="198823"/>
                    </a:cubicBezTo>
                    <a:cubicBezTo>
                      <a:pt x="97582" y="198823"/>
                      <a:pt x="131252" y="171798"/>
                      <a:pt x="131252" y="95948"/>
                    </a:cubicBezTo>
                    <a:cubicBezTo>
                      <a:pt x="131252" y="66838"/>
                      <a:pt x="125061" y="39247"/>
                      <a:pt x="113402" y="16171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C1932BEC-9657-6173-8A96-C1A775FD017C}"/>
                  </a:ext>
                </a:extLst>
              </p:cNvPr>
              <p:cNvSpPr/>
              <p:nvPr/>
            </p:nvSpPr>
            <p:spPr>
              <a:xfrm flipV="1">
                <a:off x="2070489" y="1745199"/>
                <a:ext cx="208085" cy="316404"/>
              </a:xfrm>
              <a:custGeom>
                <a:avLst/>
                <a:gdLst>
                  <a:gd name="connsiteX0" fmla="*/ 50952 w 130343"/>
                  <a:gd name="connsiteY0" fmla="*/ 149373 h 198193"/>
                  <a:gd name="connsiteX1" fmla="*/ 43786 w 130343"/>
                  <a:gd name="connsiteY1" fmla="*/ 103555 h 198193"/>
                  <a:gd name="connsiteX2" fmla="*/ 66062 w 130343"/>
                  <a:gd name="connsiteY2" fmla="*/ 43559 h 198193"/>
                  <a:gd name="connsiteX3" fmla="*/ 88372 w 130343"/>
                  <a:gd name="connsiteY3" fmla="*/ 103555 h 198193"/>
                  <a:gd name="connsiteX4" fmla="*/ 81206 w 130343"/>
                  <a:gd name="connsiteY4" fmla="*/ 149373 h 198193"/>
                  <a:gd name="connsiteX5" fmla="*/ 50952 w 130343"/>
                  <a:gd name="connsiteY5" fmla="*/ 149373 h 198193"/>
                  <a:gd name="connsiteX6" fmla="*/ 66062 w 130343"/>
                  <a:gd name="connsiteY6" fmla="*/ 681 h 198193"/>
                  <a:gd name="connsiteX7" fmla="*/ 896 w 130343"/>
                  <a:gd name="connsiteY7" fmla="*/ 103555 h 198193"/>
                  <a:gd name="connsiteX8" fmla="*/ 18758 w 130343"/>
                  <a:gd name="connsiteY8" fmla="*/ 183343 h 198193"/>
                  <a:gd name="connsiteX9" fmla="*/ 26623 w 130343"/>
                  <a:gd name="connsiteY9" fmla="*/ 198874 h 198193"/>
                  <a:gd name="connsiteX10" fmla="*/ 43442 w 130343"/>
                  <a:gd name="connsiteY10" fmla="*/ 194359 h 198193"/>
                  <a:gd name="connsiteX11" fmla="*/ 88694 w 130343"/>
                  <a:gd name="connsiteY11" fmla="*/ 194359 h 198193"/>
                  <a:gd name="connsiteX12" fmla="*/ 105535 w 130343"/>
                  <a:gd name="connsiteY12" fmla="*/ 198874 h 198193"/>
                  <a:gd name="connsiteX13" fmla="*/ 113400 w 130343"/>
                  <a:gd name="connsiteY13" fmla="*/ 183343 h 198193"/>
                  <a:gd name="connsiteX14" fmla="*/ 131239 w 130343"/>
                  <a:gd name="connsiteY14" fmla="*/ 103555 h 198193"/>
                  <a:gd name="connsiteX15" fmla="*/ 66062 w 130343"/>
                  <a:gd name="connsiteY15" fmla="*/ 681 h 19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0343" h="198193">
                    <a:moveTo>
                      <a:pt x="50952" y="149373"/>
                    </a:moveTo>
                    <a:cubicBezTo>
                      <a:pt x="46282" y="135461"/>
                      <a:pt x="43786" y="119686"/>
                      <a:pt x="43786" y="103555"/>
                    </a:cubicBezTo>
                    <a:cubicBezTo>
                      <a:pt x="43786" y="62330"/>
                      <a:pt x="55346" y="43559"/>
                      <a:pt x="66062" y="43559"/>
                    </a:cubicBezTo>
                    <a:cubicBezTo>
                      <a:pt x="79397" y="43559"/>
                      <a:pt x="88372" y="67666"/>
                      <a:pt x="88372" y="103555"/>
                    </a:cubicBezTo>
                    <a:cubicBezTo>
                      <a:pt x="88372" y="119686"/>
                      <a:pt x="85854" y="135461"/>
                      <a:pt x="81206" y="149373"/>
                    </a:cubicBezTo>
                    <a:cubicBezTo>
                      <a:pt x="71166" y="148208"/>
                      <a:pt x="60992" y="148208"/>
                      <a:pt x="50952" y="149373"/>
                    </a:cubicBezTo>
                    <a:moveTo>
                      <a:pt x="66062" y="681"/>
                    </a:moveTo>
                    <a:cubicBezTo>
                      <a:pt x="34556" y="681"/>
                      <a:pt x="896" y="27705"/>
                      <a:pt x="896" y="103555"/>
                    </a:cubicBezTo>
                    <a:cubicBezTo>
                      <a:pt x="896" y="132666"/>
                      <a:pt x="7076" y="160245"/>
                      <a:pt x="18758" y="183343"/>
                    </a:cubicBezTo>
                    <a:lnTo>
                      <a:pt x="26623" y="198874"/>
                    </a:lnTo>
                    <a:lnTo>
                      <a:pt x="43442" y="194359"/>
                    </a:lnTo>
                    <a:cubicBezTo>
                      <a:pt x="58219" y="190387"/>
                      <a:pt x="73928" y="190387"/>
                      <a:pt x="88694" y="194359"/>
                    </a:cubicBezTo>
                    <a:lnTo>
                      <a:pt x="105535" y="198874"/>
                    </a:lnTo>
                    <a:lnTo>
                      <a:pt x="113400" y="183343"/>
                    </a:lnTo>
                    <a:cubicBezTo>
                      <a:pt x="125082" y="160245"/>
                      <a:pt x="131239" y="132666"/>
                      <a:pt x="131239" y="103555"/>
                    </a:cubicBezTo>
                    <a:cubicBezTo>
                      <a:pt x="131239" y="8102"/>
                      <a:pt x="81350" y="681"/>
                      <a:pt x="66062" y="68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8" name="자유형: 도형 67">
                <a:extLst>
                  <a:ext uri="{FF2B5EF4-FFF2-40B4-BE49-F238E27FC236}">
                    <a16:creationId xmlns:a16="http://schemas.microsoft.com/office/drawing/2014/main" id="{9FD6BC5A-B29D-6F5F-E8E8-32D27153D20D}"/>
                  </a:ext>
                </a:extLst>
              </p:cNvPr>
              <p:cNvSpPr/>
              <p:nvPr/>
            </p:nvSpPr>
            <p:spPr>
              <a:xfrm flipV="1">
                <a:off x="2301635" y="1514083"/>
                <a:ext cx="316404" cy="208085"/>
              </a:xfrm>
              <a:custGeom>
                <a:avLst/>
                <a:gdLst>
                  <a:gd name="connsiteX0" fmla="*/ 50405 w 198193"/>
                  <a:gd name="connsiteY0" fmla="*/ 50698 h 130343"/>
                  <a:gd name="connsiteX1" fmla="*/ 96223 w 198193"/>
                  <a:gd name="connsiteY1" fmla="*/ 43531 h 130343"/>
                  <a:gd name="connsiteX2" fmla="*/ 156230 w 198193"/>
                  <a:gd name="connsiteY2" fmla="*/ 65819 h 130343"/>
                  <a:gd name="connsiteX3" fmla="*/ 96223 w 198193"/>
                  <a:gd name="connsiteY3" fmla="*/ 88118 h 130343"/>
                  <a:gd name="connsiteX4" fmla="*/ 50405 w 198193"/>
                  <a:gd name="connsiteY4" fmla="*/ 80962 h 130343"/>
                  <a:gd name="connsiteX5" fmla="*/ 51292 w 198193"/>
                  <a:gd name="connsiteY5" fmla="*/ 65819 h 130343"/>
                  <a:gd name="connsiteX6" fmla="*/ 50405 w 198193"/>
                  <a:gd name="connsiteY6" fmla="*/ 50698 h 130343"/>
                  <a:gd name="connsiteX7" fmla="*/ 96223 w 198193"/>
                  <a:gd name="connsiteY7" fmla="*/ 653 h 130343"/>
                  <a:gd name="connsiteX8" fmla="*/ 16446 w 198193"/>
                  <a:gd name="connsiteY8" fmla="*/ 18503 h 130343"/>
                  <a:gd name="connsiteX9" fmla="*/ 915 w 198193"/>
                  <a:gd name="connsiteY9" fmla="*/ 26369 h 130343"/>
                  <a:gd name="connsiteX10" fmla="*/ 5419 w 198193"/>
                  <a:gd name="connsiteY10" fmla="*/ 43176 h 130343"/>
                  <a:gd name="connsiteX11" fmla="*/ 8403 w 198193"/>
                  <a:gd name="connsiteY11" fmla="*/ 65819 h 130343"/>
                  <a:gd name="connsiteX12" fmla="*/ 5419 w 198193"/>
                  <a:gd name="connsiteY12" fmla="*/ 88473 h 130343"/>
                  <a:gd name="connsiteX13" fmla="*/ 915 w 198193"/>
                  <a:gd name="connsiteY13" fmla="*/ 105303 h 130343"/>
                  <a:gd name="connsiteX14" fmla="*/ 16457 w 198193"/>
                  <a:gd name="connsiteY14" fmla="*/ 113157 h 130343"/>
                  <a:gd name="connsiteX15" fmla="*/ 96223 w 198193"/>
                  <a:gd name="connsiteY15" fmla="*/ 130996 h 130343"/>
                  <a:gd name="connsiteX16" fmla="*/ 199109 w 198193"/>
                  <a:gd name="connsiteY16" fmla="*/ 65819 h 130343"/>
                  <a:gd name="connsiteX17" fmla="*/ 96223 w 198193"/>
                  <a:gd name="connsiteY17" fmla="*/ 653 h 13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193" h="130343">
                    <a:moveTo>
                      <a:pt x="50405" y="50698"/>
                    </a:moveTo>
                    <a:cubicBezTo>
                      <a:pt x="64306" y="46039"/>
                      <a:pt x="80092" y="43531"/>
                      <a:pt x="96223" y="43531"/>
                    </a:cubicBezTo>
                    <a:cubicBezTo>
                      <a:pt x="137448" y="43531"/>
                      <a:pt x="156230" y="55091"/>
                      <a:pt x="156230" y="65819"/>
                    </a:cubicBezTo>
                    <a:cubicBezTo>
                      <a:pt x="156230" y="79154"/>
                      <a:pt x="132112" y="88118"/>
                      <a:pt x="96223" y="88118"/>
                    </a:cubicBezTo>
                    <a:cubicBezTo>
                      <a:pt x="80104" y="88118"/>
                      <a:pt x="64317" y="85611"/>
                      <a:pt x="50405" y="80962"/>
                    </a:cubicBezTo>
                    <a:cubicBezTo>
                      <a:pt x="50993" y="75926"/>
                      <a:pt x="51292" y="70878"/>
                      <a:pt x="51292" y="65819"/>
                    </a:cubicBezTo>
                    <a:cubicBezTo>
                      <a:pt x="51292" y="60760"/>
                      <a:pt x="50993" y="55713"/>
                      <a:pt x="50405" y="50698"/>
                    </a:cubicBezTo>
                    <a:moveTo>
                      <a:pt x="96223" y="653"/>
                    </a:moveTo>
                    <a:cubicBezTo>
                      <a:pt x="67101" y="653"/>
                      <a:pt x="39533" y="6833"/>
                      <a:pt x="16446" y="18503"/>
                    </a:cubicBezTo>
                    <a:lnTo>
                      <a:pt x="915" y="26369"/>
                    </a:lnTo>
                    <a:lnTo>
                      <a:pt x="5419" y="43176"/>
                    </a:lnTo>
                    <a:cubicBezTo>
                      <a:pt x="7405" y="50565"/>
                      <a:pt x="8403" y="58187"/>
                      <a:pt x="8403" y="65819"/>
                    </a:cubicBezTo>
                    <a:cubicBezTo>
                      <a:pt x="8403" y="73463"/>
                      <a:pt x="7405" y="81085"/>
                      <a:pt x="5419" y="88473"/>
                    </a:cubicBezTo>
                    <a:lnTo>
                      <a:pt x="915" y="105303"/>
                    </a:lnTo>
                    <a:lnTo>
                      <a:pt x="16457" y="113157"/>
                    </a:lnTo>
                    <a:cubicBezTo>
                      <a:pt x="39544" y="124828"/>
                      <a:pt x="67135" y="130996"/>
                      <a:pt x="96223" y="130996"/>
                    </a:cubicBezTo>
                    <a:cubicBezTo>
                      <a:pt x="191687" y="130996"/>
                      <a:pt x="199109" y="81107"/>
                      <a:pt x="199109" y="65819"/>
                    </a:cubicBezTo>
                    <a:cubicBezTo>
                      <a:pt x="199109" y="34312"/>
                      <a:pt x="172073" y="653"/>
                      <a:pt x="96223" y="65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26BD88F7-C603-F781-E2DF-3C0F26C65DD6}"/>
                  </a:ext>
                </a:extLst>
              </p:cNvPr>
              <p:cNvSpPr/>
              <p:nvPr/>
            </p:nvSpPr>
            <p:spPr>
              <a:xfrm flipV="1">
                <a:off x="1731072" y="1514081"/>
                <a:ext cx="316369" cy="208085"/>
              </a:xfrm>
              <a:custGeom>
                <a:avLst/>
                <a:gdLst>
                  <a:gd name="connsiteX0" fmla="*/ 103740 w 198171"/>
                  <a:gd name="connsiteY0" fmla="*/ 88121 h 130343"/>
                  <a:gd name="connsiteX1" fmla="*/ 43744 w 198171"/>
                  <a:gd name="connsiteY1" fmla="*/ 65823 h 130343"/>
                  <a:gd name="connsiteX2" fmla="*/ 103740 w 198171"/>
                  <a:gd name="connsiteY2" fmla="*/ 43535 h 130343"/>
                  <a:gd name="connsiteX3" fmla="*/ 149558 w 198171"/>
                  <a:gd name="connsiteY3" fmla="*/ 50702 h 130343"/>
                  <a:gd name="connsiteX4" fmla="*/ 148682 w 198171"/>
                  <a:gd name="connsiteY4" fmla="*/ 65823 h 130343"/>
                  <a:gd name="connsiteX5" fmla="*/ 149558 w 198171"/>
                  <a:gd name="connsiteY5" fmla="*/ 80955 h 130343"/>
                  <a:gd name="connsiteX6" fmla="*/ 103740 w 198171"/>
                  <a:gd name="connsiteY6" fmla="*/ 88121 h 130343"/>
                  <a:gd name="connsiteX7" fmla="*/ 103740 w 198171"/>
                  <a:gd name="connsiteY7" fmla="*/ 657 h 130343"/>
                  <a:gd name="connsiteX8" fmla="*/ 877 w 198171"/>
                  <a:gd name="connsiteY8" fmla="*/ 65823 h 130343"/>
                  <a:gd name="connsiteX9" fmla="*/ 103740 w 198171"/>
                  <a:gd name="connsiteY9" fmla="*/ 131000 h 130343"/>
                  <a:gd name="connsiteX10" fmla="*/ 183506 w 198171"/>
                  <a:gd name="connsiteY10" fmla="*/ 113161 h 130343"/>
                  <a:gd name="connsiteX11" fmla="*/ 199048 w 198171"/>
                  <a:gd name="connsiteY11" fmla="*/ 105306 h 130343"/>
                  <a:gd name="connsiteX12" fmla="*/ 194555 w 198171"/>
                  <a:gd name="connsiteY12" fmla="*/ 88476 h 130343"/>
                  <a:gd name="connsiteX13" fmla="*/ 191560 w 198171"/>
                  <a:gd name="connsiteY13" fmla="*/ 65823 h 130343"/>
                  <a:gd name="connsiteX14" fmla="*/ 194555 w 198171"/>
                  <a:gd name="connsiteY14" fmla="*/ 43180 h 130343"/>
                  <a:gd name="connsiteX15" fmla="*/ 199048 w 198171"/>
                  <a:gd name="connsiteY15" fmla="*/ 26384 h 130343"/>
                  <a:gd name="connsiteX16" fmla="*/ 183517 w 198171"/>
                  <a:gd name="connsiteY16" fmla="*/ 18518 h 130343"/>
                  <a:gd name="connsiteX17" fmla="*/ 103740 w 198171"/>
                  <a:gd name="connsiteY17" fmla="*/ 657 h 13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171" h="130343">
                    <a:moveTo>
                      <a:pt x="103740" y="88121"/>
                    </a:moveTo>
                    <a:cubicBezTo>
                      <a:pt x="62515" y="88121"/>
                      <a:pt x="43744" y="76562"/>
                      <a:pt x="43744" y="65823"/>
                    </a:cubicBezTo>
                    <a:cubicBezTo>
                      <a:pt x="43744" y="52499"/>
                      <a:pt x="67862" y="43535"/>
                      <a:pt x="103740" y="43535"/>
                    </a:cubicBezTo>
                    <a:cubicBezTo>
                      <a:pt x="119871" y="43535"/>
                      <a:pt x="135657" y="46042"/>
                      <a:pt x="149558" y="50702"/>
                    </a:cubicBezTo>
                    <a:cubicBezTo>
                      <a:pt x="148981" y="55716"/>
                      <a:pt x="148682" y="60764"/>
                      <a:pt x="148682" y="65823"/>
                    </a:cubicBezTo>
                    <a:cubicBezTo>
                      <a:pt x="148682" y="70881"/>
                      <a:pt x="148981" y="75929"/>
                      <a:pt x="149558" y="80955"/>
                    </a:cubicBezTo>
                    <a:cubicBezTo>
                      <a:pt x="135646" y="85614"/>
                      <a:pt x="119859" y="88121"/>
                      <a:pt x="103740" y="88121"/>
                    </a:cubicBezTo>
                    <a:moveTo>
                      <a:pt x="103740" y="657"/>
                    </a:moveTo>
                    <a:cubicBezTo>
                      <a:pt x="8287" y="657"/>
                      <a:pt x="877" y="50535"/>
                      <a:pt x="877" y="65823"/>
                    </a:cubicBezTo>
                    <a:cubicBezTo>
                      <a:pt x="877" y="97329"/>
                      <a:pt x="27890" y="131000"/>
                      <a:pt x="103740" y="131000"/>
                    </a:cubicBezTo>
                    <a:cubicBezTo>
                      <a:pt x="132839" y="131000"/>
                      <a:pt x="160419" y="124843"/>
                      <a:pt x="183506" y="113161"/>
                    </a:cubicBezTo>
                    <a:lnTo>
                      <a:pt x="199048" y="105306"/>
                    </a:lnTo>
                    <a:lnTo>
                      <a:pt x="194555" y="88476"/>
                    </a:lnTo>
                    <a:cubicBezTo>
                      <a:pt x="192558" y="81088"/>
                      <a:pt x="191560" y="73466"/>
                      <a:pt x="191560" y="65823"/>
                    </a:cubicBezTo>
                    <a:cubicBezTo>
                      <a:pt x="191560" y="58190"/>
                      <a:pt x="192558" y="50568"/>
                      <a:pt x="194555" y="43180"/>
                    </a:cubicBezTo>
                    <a:lnTo>
                      <a:pt x="199048" y="26384"/>
                    </a:lnTo>
                    <a:lnTo>
                      <a:pt x="183517" y="18518"/>
                    </a:lnTo>
                    <a:cubicBezTo>
                      <a:pt x="160441" y="6836"/>
                      <a:pt x="132862" y="657"/>
                      <a:pt x="103740" y="657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0BDF6724-51A8-906B-CD7C-60D9BA2D2DCB}"/>
                  </a:ext>
                </a:extLst>
              </p:cNvPr>
              <p:cNvSpPr/>
              <p:nvPr/>
            </p:nvSpPr>
            <p:spPr>
              <a:xfrm flipV="1">
                <a:off x="2219880" y="1278899"/>
                <a:ext cx="293403" cy="293899"/>
              </a:xfrm>
              <a:custGeom>
                <a:avLst/>
                <a:gdLst>
                  <a:gd name="connsiteX0" fmla="*/ 53095 w 183785"/>
                  <a:gd name="connsiteY0" fmla="*/ 74203 h 184096"/>
                  <a:gd name="connsiteX1" fmla="*/ 74473 w 183785"/>
                  <a:gd name="connsiteY1" fmla="*/ 52836 h 184096"/>
                  <a:gd name="connsiteX2" fmla="*/ 111970 w 183785"/>
                  <a:gd name="connsiteY2" fmla="*/ 80171 h 184096"/>
                  <a:gd name="connsiteX3" fmla="*/ 138629 w 183785"/>
                  <a:gd name="connsiteY3" fmla="*/ 138370 h 184096"/>
                  <a:gd name="connsiteX4" fmla="*/ 80430 w 183785"/>
                  <a:gd name="connsiteY4" fmla="*/ 111711 h 184096"/>
                  <a:gd name="connsiteX5" fmla="*/ 53095 w 183785"/>
                  <a:gd name="connsiteY5" fmla="*/ 74203 h 184096"/>
                  <a:gd name="connsiteX6" fmla="*/ 56689 w 183785"/>
                  <a:gd name="connsiteY6" fmla="*/ 638 h 184096"/>
                  <a:gd name="connsiteX7" fmla="*/ 47991 w 183785"/>
                  <a:gd name="connsiteY7" fmla="*/ 15726 h 184096"/>
                  <a:gd name="connsiteX8" fmla="*/ 15963 w 183785"/>
                  <a:gd name="connsiteY8" fmla="*/ 47710 h 184096"/>
                  <a:gd name="connsiteX9" fmla="*/ 909 w 183785"/>
                  <a:gd name="connsiteY9" fmla="*/ 56408 h 184096"/>
                  <a:gd name="connsiteX10" fmla="*/ 6323 w 183785"/>
                  <a:gd name="connsiteY10" fmla="*/ 72960 h 184096"/>
                  <a:gd name="connsiteX11" fmla="*/ 50110 w 183785"/>
                  <a:gd name="connsiteY11" fmla="*/ 142020 h 184096"/>
                  <a:gd name="connsiteX12" fmla="*/ 168938 w 183785"/>
                  <a:gd name="connsiteY12" fmla="*/ 168690 h 184096"/>
                  <a:gd name="connsiteX13" fmla="*/ 142290 w 183785"/>
                  <a:gd name="connsiteY13" fmla="*/ 49862 h 184096"/>
                  <a:gd name="connsiteX14" fmla="*/ 73219 w 183785"/>
                  <a:gd name="connsiteY14" fmla="*/ 6063 h 18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3785" h="184096">
                    <a:moveTo>
                      <a:pt x="53095" y="74203"/>
                    </a:moveTo>
                    <a:cubicBezTo>
                      <a:pt x="61016" y="67934"/>
                      <a:pt x="68182" y="60757"/>
                      <a:pt x="74473" y="52836"/>
                    </a:cubicBezTo>
                    <a:cubicBezTo>
                      <a:pt x="87608" y="59370"/>
                      <a:pt x="100544" y="68767"/>
                      <a:pt x="111970" y="80171"/>
                    </a:cubicBezTo>
                    <a:cubicBezTo>
                      <a:pt x="141125" y="109326"/>
                      <a:pt x="146229" y="130782"/>
                      <a:pt x="138629" y="138370"/>
                    </a:cubicBezTo>
                    <a:cubicBezTo>
                      <a:pt x="129199" y="147767"/>
                      <a:pt x="105813" y="137072"/>
                      <a:pt x="80430" y="111711"/>
                    </a:cubicBezTo>
                    <a:cubicBezTo>
                      <a:pt x="69026" y="100307"/>
                      <a:pt x="59629" y="87371"/>
                      <a:pt x="53095" y="74203"/>
                    </a:cubicBezTo>
                    <a:moveTo>
                      <a:pt x="56689" y="638"/>
                    </a:moveTo>
                    <a:lnTo>
                      <a:pt x="47991" y="15726"/>
                    </a:lnTo>
                    <a:cubicBezTo>
                      <a:pt x="40326" y="28984"/>
                      <a:pt x="29254" y="40055"/>
                      <a:pt x="15963" y="47710"/>
                    </a:cubicBezTo>
                    <a:lnTo>
                      <a:pt x="909" y="56408"/>
                    </a:lnTo>
                    <a:lnTo>
                      <a:pt x="6323" y="72960"/>
                    </a:lnTo>
                    <a:cubicBezTo>
                      <a:pt x="14388" y="97544"/>
                      <a:pt x="29520" y="121441"/>
                      <a:pt x="50110" y="142020"/>
                    </a:cubicBezTo>
                    <a:cubicBezTo>
                      <a:pt x="117595" y="209505"/>
                      <a:pt x="158143" y="179518"/>
                      <a:pt x="168938" y="168690"/>
                    </a:cubicBezTo>
                    <a:cubicBezTo>
                      <a:pt x="191226" y="146402"/>
                      <a:pt x="195918" y="103491"/>
                      <a:pt x="142290" y="49862"/>
                    </a:cubicBezTo>
                    <a:cubicBezTo>
                      <a:pt x="121700" y="29261"/>
                      <a:pt x="97803" y="14118"/>
                      <a:pt x="73219" y="6063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0DCCBE5F-9CC6-F171-4A11-B07BCB67E87D}"/>
                  </a:ext>
                </a:extLst>
              </p:cNvPr>
              <p:cNvSpPr/>
              <p:nvPr/>
            </p:nvSpPr>
            <p:spPr>
              <a:xfrm flipV="1">
                <a:off x="1835823" y="1663446"/>
                <a:ext cx="293392" cy="294000"/>
              </a:xfrm>
              <a:custGeom>
                <a:avLst/>
                <a:gdLst>
                  <a:gd name="connsiteX0" fmla="*/ 111100 w 183778"/>
                  <a:gd name="connsiteY0" fmla="*/ 132635 h 184159"/>
                  <a:gd name="connsiteX1" fmla="*/ 73602 w 183778"/>
                  <a:gd name="connsiteY1" fmla="*/ 105300 h 184159"/>
                  <a:gd name="connsiteX2" fmla="*/ 46943 w 183778"/>
                  <a:gd name="connsiteY2" fmla="*/ 47101 h 184159"/>
                  <a:gd name="connsiteX3" fmla="*/ 62452 w 183778"/>
                  <a:gd name="connsiteY3" fmla="*/ 44527 h 184159"/>
                  <a:gd name="connsiteX4" fmla="*/ 105120 w 183778"/>
                  <a:gd name="connsiteY4" fmla="*/ 73760 h 184159"/>
                  <a:gd name="connsiteX5" fmla="*/ 132467 w 183778"/>
                  <a:gd name="connsiteY5" fmla="*/ 111268 h 184159"/>
                  <a:gd name="connsiteX6" fmla="*/ 111100 w 183778"/>
                  <a:gd name="connsiteY6" fmla="*/ 132635 h 184159"/>
                  <a:gd name="connsiteX7" fmla="*/ 55774 w 183778"/>
                  <a:gd name="connsiteY7" fmla="*/ 673 h 184159"/>
                  <a:gd name="connsiteX8" fmla="*/ 16623 w 183778"/>
                  <a:gd name="connsiteY8" fmla="*/ 16792 h 184159"/>
                  <a:gd name="connsiteX9" fmla="*/ 43293 w 183778"/>
                  <a:gd name="connsiteY9" fmla="*/ 135631 h 184159"/>
                  <a:gd name="connsiteX10" fmla="*/ 112331 w 183778"/>
                  <a:gd name="connsiteY10" fmla="*/ 179408 h 184159"/>
                  <a:gd name="connsiteX11" fmla="*/ 128883 w 183778"/>
                  <a:gd name="connsiteY11" fmla="*/ 184833 h 184159"/>
                  <a:gd name="connsiteX12" fmla="*/ 137592 w 183778"/>
                  <a:gd name="connsiteY12" fmla="*/ 169767 h 184159"/>
                  <a:gd name="connsiteX13" fmla="*/ 169598 w 183778"/>
                  <a:gd name="connsiteY13" fmla="*/ 137739 h 184159"/>
                  <a:gd name="connsiteX14" fmla="*/ 184664 w 183778"/>
                  <a:gd name="connsiteY14" fmla="*/ 129030 h 184159"/>
                  <a:gd name="connsiteX15" fmla="*/ 179250 w 183778"/>
                  <a:gd name="connsiteY15" fmla="*/ 112511 h 184159"/>
                  <a:gd name="connsiteX16" fmla="*/ 135440 w 183778"/>
                  <a:gd name="connsiteY16" fmla="*/ 43451 h 184159"/>
                  <a:gd name="connsiteX17" fmla="*/ 73435 w 183778"/>
                  <a:gd name="connsiteY17" fmla="*/ 3080 h 184159"/>
                  <a:gd name="connsiteX18" fmla="*/ 55774 w 183778"/>
                  <a:gd name="connsiteY18" fmla="*/ 673 h 18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3778" h="184159">
                    <a:moveTo>
                      <a:pt x="111100" y="132635"/>
                    </a:moveTo>
                    <a:cubicBezTo>
                      <a:pt x="97953" y="126112"/>
                      <a:pt x="85007" y="116705"/>
                      <a:pt x="73602" y="105300"/>
                    </a:cubicBezTo>
                    <a:cubicBezTo>
                      <a:pt x="44447" y="76145"/>
                      <a:pt x="39344" y="54700"/>
                      <a:pt x="46943" y="47101"/>
                    </a:cubicBezTo>
                    <a:cubicBezTo>
                      <a:pt x="48518" y="45503"/>
                      <a:pt x="52235" y="41798"/>
                      <a:pt x="62452" y="44527"/>
                    </a:cubicBezTo>
                    <a:cubicBezTo>
                      <a:pt x="70795" y="46735"/>
                      <a:pt x="84984" y="53602"/>
                      <a:pt x="105120" y="73760"/>
                    </a:cubicBezTo>
                    <a:cubicBezTo>
                      <a:pt x="116536" y="85175"/>
                      <a:pt x="125932" y="98122"/>
                      <a:pt x="132467" y="111268"/>
                    </a:cubicBezTo>
                    <a:cubicBezTo>
                      <a:pt x="124545" y="117548"/>
                      <a:pt x="117368" y="124714"/>
                      <a:pt x="111100" y="132635"/>
                    </a:cubicBezTo>
                    <a:moveTo>
                      <a:pt x="55774" y="673"/>
                    </a:moveTo>
                    <a:cubicBezTo>
                      <a:pt x="40764" y="673"/>
                      <a:pt x="27240" y="6164"/>
                      <a:pt x="16623" y="16792"/>
                    </a:cubicBezTo>
                    <a:cubicBezTo>
                      <a:pt x="-5642" y="39069"/>
                      <a:pt x="-10335" y="82003"/>
                      <a:pt x="43293" y="135631"/>
                    </a:cubicBezTo>
                    <a:cubicBezTo>
                      <a:pt x="63872" y="156210"/>
                      <a:pt x="87758" y="171353"/>
                      <a:pt x="112331" y="179408"/>
                    </a:cubicBezTo>
                    <a:lnTo>
                      <a:pt x="128883" y="184833"/>
                    </a:lnTo>
                    <a:lnTo>
                      <a:pt x="137592" y="169767"/>
                    </a:lnTo>
                    <a:cubicBezTo>
                      <a:pt x="145247" y="156487"/>
                      <a:pt x="156319" y="145416"/>
                      <a:pt x="169598" y="137739"/>
                    </a:cubicBezTo>
                    <a:lnTo>
                      <a:pt x="184664" y="129030"/>
                    </a:lnTo>
                    <a:lnTo>
                      <a:pt x="179250" y="112511"/>
                    </a:lnTo>
                    <a:cubicBezTo>
                      <a:pt x="171173" y="87916"/>
                      <a:pt x="156030" y="64030"/>
                      <a:pt x="135440" y="43451"/>
                    </a:cubicBezTo>
                    <a:cubicBezTo>
                      <a:pt x="113840" y="21840"/>
                      <a:pt x="92983" y="8261"/>
                      <a:pt x="73435" y="3080"/>
                    </a:cubicBezTo>
                    <a:cubicBezTo>
                      <a:pt x="67389" y="1471"/>
                      <a:pt x="61465" y="673"/>
                      <a:pt x="55774" y="67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2" name="자유형: 도형 71">
                <a:extLst>
                  <a:ext uri="{FF2B5EF4-FFF2-40B4-BE49-F238E27FC236}">
                    <a16:creationId xmlns:a16="http://schemas.microsoft.com/office/drawing/2014/main" id="{545FE47F-AC9C-01DF-F94B-ACE0C42A5925}"/>
                  </a:ext>
                </a:extLst>
              </p:cNvPr>
              <p:cNvSpPr/>
              <p:nvPr/>
            </p:nvSpPr>
            <p:spPr>
              <a:xfrm flipV="1">
                <a:off x="2219880" y="1663440"/>
                <a:ext cx="293883" cy="293416"/>
              </a:xfrm>
              <a:custGeom>
                <a:avLst/>
                <a:gdLst>
                  <a:gd name="connsiteX0" fmla="*/ 53095 w 184086"/>
                  <a:gd name="connsiteY0" fmla="*/ 110900 h 183793"/>
                  <a:gd name="connsiteX1" fmla="*/ 80430 w 184086"/>
                  <a:gd name="connsiteY1" fmla="*/ 73392 h 183793"/>
                  <a:gd name="connsiteX2" fmla="*/ 138629 w 184086"/>
                  <a:gd name="connsiteY2" fmla="*/ 46733 h 183793"/>
                  <a:gd name="connsiteX3" fmla="*/ 111970 w 184086"/>
                  <a:gd name="connsiteY3" fmla="*/ 104932 h 183793"/>
                  <a:gd name="connsiteX4" fmla="*/ 74473 w 184086"/>
                  <a:gd name="connsiteY4" fmla="*/ 132267 h 183793"/>
                  <a:gd name="connsiteX5" fmla="*/ 53095 w 184086"/>
                  <a:gd name="connsiteY5" fmla="*/ 110900 h 183793"/>
                  <a:gd name="connsiteX6" fmla="*/ 130153 w 184086"/>
                  <a:gd name="connsiteY6" fmla="*/ 671 h 183793"/>
                  <a:gd name="connsiteX7" fmla="*/ 50110 w 184086"/>
                  <a:gd name="connsiteY7" fmla="*/ 43083 h 183793"/>
                  <a:gd name="connsiteX8" fmla="*/ 6323 w 184086"/>
                  <a:gd name="connsiteY8" fmla="*/ 112132 h 183793"/>
                  <a:gd name="connsiteX9" fmla="*/ 909 w 184086"/>
                  <a:gd name="connsiteY9" fmla="*/ 128673 h 183793"/>
                  <a:gd name="connsiteX10" fmla="*/ 15963 w 184086"/>
                  <a:gd name="connsiteY10" fmla="*/ 137371 h 183793"/>
                  <a:gd name="connsiteX11" fmla="*/ 47991 w 184086"/>
                  <a:gd name="connsiteY11" fmla="*/ 169388 h 183793"/>
                  <a:gd name="connsiteX12" fmla="*/ 56689 w 184086"/>
                  <a:gd name="connsiteY12" fmla="*/ 184465 h 183793"/>
                  <a:gd name="connsiteX13" fmla="*/ 73219 w 184086"/>
                  <a:gd name="connsiteY13" fmla="*/ 179040 h 183793"/>
                  <a:gd name="connsiteX14" fmla="*/ 142290 w 184086"/>
                  <a:gd name="connsiteY14" fmla="*/ 135241 h 183793"/>
                  <a:gd name="connsiteX15" fmla="*/ 168938 w 184086"/>
                  <a:gd name="connsiteY15" fmla="*/ 16413 h 183793"/>
                  <a:gd name="connsiteX16" fmla="*/ 130153 w 184086"/>
                  <a:gd name="connsiteY16" fmla="*/ 671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4086" h="183793">
                    <a:moveTo>
                      <a:pt x="53095" y="110900"/>
                    </a:moveTo>
                    <a:cubicBezTo>
                      <a:pt x="59629" y="97743"/>
                      <a:pt x="69026" y="84807"/>
                      <a:pt x="80430" y="73392"/>
                    </a:cubicBezTo>
                    <a:cubicBezTo>
                      <a:pt x="109585" y="44248"/>
                      <a:pt x="131019" y="39145"/>
                      <a:pt x="138629" y="46733"/>
                    </a:cubicBezTo>
                    <a:cubicBezTo>
                      <a:pt x="148059" y="56163"/>
                      <a:pt x="137342" y="79549"/>
                      <a:pt x="111970" y="104932"/>
                    </a:cubicBezTo>
                    <a:cubicBezTo>
                      <a:pt x="100544" y="116336"/>
                      <a:pt x="87608" y="125744"/>
                      <a:pt x="74473" y="132267"/>
                    </a:cubicBezTo>
                    <a:cubicBezTo>
                      <a:pt x="68182" y="124346"/>
                      <a:pt x="61016" y="117168"/>
                      <a:pt x="53095" y="110900"/>
                    </a:cubicBezTo>
                    <a:moveTo>
                      <a:pt x="130153" y="671"/>
                    </a:moveTo>
                    <a:cubicBezTo>
                      <a:pt x="108298" y="671"/>
                      <a:pt x="80985" y="12208"/>
                      <a:pt x="50110" y="43083"/>
                    </a:cubicBezTo>
                    <a:cubicBezTo>
                      <a:pt x="29531" y="63662"/>
                      <a:pt x="14388" y="87559"/>
                      <a:pt x="6323" y="112132"/>
                    </a:cubicBezTo>
                    <a:lnTo>
                      <a:pt x="909" y="128673"/>
                    </a:lnTo>
                    <a:lnTo>
                      <a:pt x="15963" y="137371"/>
                    </a:lnTo>
                    <a:cubicBezTo>
                      <a:pt x="29254" y="145048"/>
                      <a:pt x="40326" y="156119"/>
                      <a:pt x="47991" y="169388"/>
                    </a:cubicBezTo>
                    <a:lnTo>
                      <a:pt x="56689" y="184465"/>
                    </a:lnTo>
                    <a:lnTo>
                      <a:pt x="73219" y="179040"/>
                    </a:lnTo>
                    <a:cubicBezTo>
                      <a:pt x="97803" y="170985"/>
                      <a:pt x="121700" y="155842"/>
                      <a:pt x="142290" y="135241"/>
                    </a:cubicBezTo>
                    <a:cubicBezTo>
                      <a:pt x="209786" y="67734"/>
                      <a:pt x="179755" y="27230"/>
                      <a:pt x="168938" y="16413"/>
                    </a:cubicBezTo>
                    <a:cubicBezTo>
                      <a:pt x="159486" y="6961"/>
                      <a:pt x="146295" y="671"/>
                      <a:pt x="130153" y="67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69683779-0A20-F28F-75BB-EFC481F32ABE}"/>
                  </a:ext>
                </a:extLst>
              </p:cNvPr>
              <p:cNvSpPr/>
              <p:nvPr/>
            </p:nvSpPr>
            <p:spPr>
              <a:xfrm flipV="1">
                <a:off x="1835323" y="1279380"/>
                <a:ext cx="293899" cy="293412"/>
              </a:xfrm>
              <a:custGeom>
                <a:avLst/>
                <a:gdLst>
                  <a:gd name="connsiteX0" fmla="*/ 56176 w 184096"/>
                  <a:gd name="connsiteY0" fmla="*/ 141516 h 183791"/>
                  <a:gd name="connsiteX1" fmla="*/ 47245 w 184096"/>
                  <a:gd name="connsiteY1" fmla="*/ 138376 h 183791"/>
                  <a:gd name="connsiteX2" fmla="*/ 44660 w 184096"/>
                  <a:gd name="connsiteY2" fmla="*/ 122856 h 183791"/>
                  <a:gd name="connsiteX3" fmla="*/ 73915 w 184096"/>
                  <a:gd name="connsiteY3" fmla="*/ 80177 h 183791"/>
                  <a:gd name="connsiteX4" fmla="*/ 111413 w 184096"/>
                  <a:gd name="connsiteY4" fmla="*/ 52842 h 183791"/>
                  <a:gd name="connsiteX5" fmla="*/ 132780 w 184096"/>
                  <a:gd name="connsiteY5" fmla="*/ 74209 h 183791"/>
                  <a:gd name="connsiteX6" fmla="*/ 105433 w 184096"/>
                  <a:gd name="connsiteY6" fmla="*/ 111706 h 183791"/>
                  <a:gd name="connsiteX7" fmla="*/ 56176 w 184096"/>
                  <a:gd name="connsiteY7" fmla="*/ 141516 h 183791"/>
                  <a:gd name="connsiteX8" fmla="*/ 129185 w 184096"/>
                  <a:gd name="connsiteY8" fmla="*/ 645 h 183791"/>
                  <a:gd name="connsiteX9" fmla="*/ 112644 w 184096"/>
                  <a:gd name="connsiteY9" fmla="*/ 6070 h 183791"/>
                  <a:gd name="connsiteX10" fmla="*/ 43595 w 184096"/>
                  <a:gd name="connsiteY10" fmla="*/ 49857 h 183791"/>
                  <a:gd name="connsiteX11" fmla="*/ 16926 w 184096"/>
                  <a:gd name="connsiteY11" fmla="*/ 168685 h 183791"/>
                  <a:gd name="connsiteX12" fmla="*/ 135753 w 184096"/>
                  <a:gd name="connsiteY12" fmla="*/ 142026 h 183791"/>
                  <a:gd name="connsiteX13" fmla="*/ 179552 w 184096"/>
                  <a:gd name="connsiteY13" fmla="*/ 72966 h 183791"/>
                  <a:gd name="connsiteX14" fmla="*/ 184977 w 184096"/>
                  <a:gd name="connsiteY14" fmla="*/ 56425 h 183791"/>
                  <a:gd name="connsiteX15" fmla="*/ 169900 w 184096"/>
                  <a:gd name="connsiteY15" fmla="*/ 47716 h 183791"/>
                  <a:gd name="connsiteX16" fmla="*/ 137883 w 184096"/>
                  <a:gd name="connsiteY16" fmla="*/ 15710 h 183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4096" h="183791">
                    <a:moveTo>
                      <a:pt x="56176" y="141516"/>
                    </a:moveTo>
                    <a:cubicBezTo>
                      <a:pt x="52282" y="141516"/>
                      <a:pt x="49276" y="140395"/>
                      <a:pt x="47245" y="138376"/>
                    </a:cubicBezTo>
                    <a:cubicBezTo>
                      <a:pt x="45659" y="136790"/>
                      <a:pt x="41954" y="133073"/>
                      <a:pt x="44660" y="122856"/>
                    </a:cubicBezTo>
                    <a:cubicBezTo>
                      <a:pt x="46879" y="114513"/>
                      <a:pt x="53746" y="100335"/>
                      <a:pt x="73915" y="80177"/>
                    </a:cubicBezTo>
                    <a:cubicBezTo>
                      <a:pt x="85320" y="68762"/>
                      <a:pt x="98255" y="59365"/>
                      <a:pt x="111413" y="52842"/>
                    </a:cubicBezTo>
                    <a:cubicBezTo>
                      <a:pt x="117681" y="60763"/>
                      <a:pt x="124859" y="67929"/>
                      <a:pt x="132780" y="74209"/>
                    </a:cubicBezTo>
                    <a:cubicBezTo>
                      <a:pt x="126246" y="87355"/>
                      <a:pt x="116860" y="100302"/>
                      <a:pt x="105433" y="111706"/>
                    </a:cubicBezTo>
                    <a:cubicBezTo>
                      <a:pt x="84088" y="133062"/>
                      <a:pt x="66848" y="141516"/>
                      <a:pt x="56176" y="141516"/>
                    </a:cubicBezTo>
                    <a:moveTo>
                      <a:pt x="129185" y="645"/>
                    </a:moveTo>
                    <a:lnTo>
                      <a:pt x="112644" y="6070"/>
                    </a:lnTo>
                    <a:cubicBezTo>
                      <a:pt x="88060" y="14135"/>
                      <a:pt x="64197" y="29267"/>
                      <a:pt x="43595" y="49857"/>
                    </a:cubicBezTo>
                    <a:cubicBezTo>
                      <a:pt x="-23911" y="117353"/>
                      <a:pt x="6120" y="157879"/>
                      <a:pt x="16926" y="168685"/>
                    </a:cubicBezTo>
                    <a:cubicBezTo>
                      <a:pt x="39202" y="190962"/>
                      <a:pt x="82125" y="195665"/>
                      <a:pt x="135753" y="142026"/>
                    </a:cubicBezTo>
                    <a:cubicBezTo>
                      <a:pt x="156343" y="121436"/>
                      <a:pt x="171498" y="97561"/>
                      <a:pt x="179552" y="72966"/>
                    </a:cubicBezTo>
                    <a:lnTo>
                      <a:pt x="184977" y="56425"/>
                    </a:lnTo>
                    <a:lnTo>
                      <a:pt x="169900" y="47716"/>
                    </a:lnTo>
                    <a:cubicBezTo>
                      <a:pt x="156621" y="40050"/>
                      <a:pt x="145560" y="28979"/>
                      <a:pt x="137883" y="15710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720163EE-B82E-F6DA-7FE7-50FB7A24F5B4}"/>
                  </a:ext>
                </a:extLst>
              </p:cNvPr>
              <p:cNvSpPr/>
              <p:nvPr/>
            </p:nvSpPr>
            <p:spPr>
              <a:xfrm flipV="1">
                <a:off x="1649489" y="1093084"/>
                <a:ext cx="1050097" cy="1050080"/>
              </a:xfrm>
              <a:custGeom>
                <a:avLst/>
                <a:gdLst>
                  <a:gd name="connsiteX0" fmla="*/ 329790 w 657772"/>
                  <a:gd name="connsiteY0" fmla="*/ 615564 h 657761"/>
                  <a:gd name="connsiteX1" fmla="*/ 43787 w 657772"/>
                  <a:gd name="connsiteY1" fmla="*/ 329561 h 657761"/>
                  <a:gd name="connsiteX2" fmla="*/ 194410 w 657772"/>
                  <a:gd name="connsiteY2" fmla="*/ 77562 h 657761"/>
                  <a:gd name="connsiteX3" fmla="*/ 329790 w 657772"/>
                  <a:gd name="connsiteY3" fmla="*/ 43559 h 657761"/>
                  <a:gd name="connsiteX4" fmla="*/ 615781 w 657772"/>
                  <a:gd name="connsiteY4" fmla="*/ 329561 h 657761"/>
                  <a:gd name="connsiteX5" fmla="*/ 577562 w 657772"/>
                  <a:gd name="connsiteY5" fmla="*/ 472518 h 657761"/>
                  <a:gd name="connsiteX6" fmla="*/ 329790 w 657772"/>
                  <a:gd name="connsiteY6" fmla="*/ 615564 h 657761"/>
                  <a:gd name="connsiteX7" fmla="*/ 329790 w 657772"/>
                  <a:gd name="connsiteY7" fmla="*/ 680 h 657761"/>
                  <a:gd name="connsiteX8" fmla="*/ 174086 w 657772"/>
                  <a:gd name="connsiteY8" fmla="*/ 39831 h 657761"/>
                  <a:gd name="connsiteX9" fmla="*/ 898 w 657772"/>
                  <a:gd name="connsiteY9" fmla="*/ 329561 h 657761"/>
                  <a:gd name="connsiteX10" fmla="*/ 329790 w 657772"/>
                  <a:gd name="connsiteY10" fmla="*/ 658442 h 657761"/>
                  <a:gd name="connsiteX11" fmla="*/ 614683 w 657772"/>
                  <a:gd name="connsiteY11" fmla="*/ 493985 h 657761"/>
                  <a:gd name="connsiteX12" fmla="*/ 658670 w 657772"/>
                  <a:gd name="connsiteY12" fmla="*/ 329561 h 657761"/>
                  <a:gd name="connsiteX13" fmla="*/ 329790 w 657772"/>
                  <a:gd name="connsiteY13" fmla="*/ 680 h 657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7772" h="657761">
                    <a:moveTo>
                      <a:pt x="329790" y="615564"/>
                    </a:moveTo>
                    <a:cubicBezTo>
                      <a:pt x="172089" y="615564"/>
                      <a:pt x="43787" y="487284"/>
                      <a:pt x="43787" y="329561"/>
                    </a:cubicBezTo>
                    <a:cubicBezTo>
                      <a:pt x="43787" y="224146"/>
                      <a:pt x="101498" y="127584"/>
                      <a:pt x="194410" y="77562"/>
                    </a:cubicBezTo>
                    <a:cubicBezTo>
                      <a:pt x="235724" y="55318"/>
                      <a:pt x="282529" y="43559"/>
                      <a:pt x="329790" y="43559"/>
                    </a:cubicBezTo>
                    <a:cubicBezTo>
                      <a:pt x="487490" y="43559"/>
                      <a:pt x="615781" y="171860"/>
                      <a:pt x="615781" y="329561"/>
                    </a:cubicBezTo>
                    <a:cubicBezTo>
                      <a:pt x="615781" y="379828"/>
                      <a:pt x="602568" y="429263"/>
                      <a:pt x="577562" y="472518"/>
                    </a:cubicBezTo>
                    <a:cubicBezTo>
                      <a:pt x="526530" y="560771"/>
                      <a:pt x="431599" y="615564"/>
                      <a:pt x="329790" y="615564"/>
                    </a:cubicBezTo>
                    <a:moveTo>
                      <a:pt x="329790" y="680"/>
                    </a:moveTo>
                    <a:cubicBezTo>
                      <a:pt x="275474" y="680"/>
                      <a:pt x="221634" y="14215"/>
                      <a:pt x="174086" y="39831"/>
                    </a:cubicBezTo>
                    <a:cubicBezTo>
                      <a:pt x="67262" y="97320"/>
                      <a:pt x="898" y="208348"/>
                      <a:pt x="898" y="329561"/>
                    </a:cubicBezTo>
                    <a:cubicBezTo>
                      <a:pt x="898" y="510903"/>
                      <a:pt x="148436" y="658442"/>
                      <a:pt x="329790" y="658442"/>
                    </a:cubicBezTo>
                    <a:cubicBezTo>
                      <a:pt x="446853" y="658442"/>
                      <a:pt x="556029" y="595439"/>
                      <a:pt x="614683" y="493985"/>
                    </a:cubicBezTo>
                    <a:cubicBezTo>
                      <a:pt x="643449" y="444206"/>
                      <a:pt x="658670" y="387350"/>
                      <a:pt x="658670" y="329561"/>
                    </a:cubicBezTo>
                    <a:cubicBezTo>
                      <a:pt x="658670" y="148219"/>
                      <a:pt x="511132" y="680"/>
                      <a:pt x="329790" y="680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B09A4E1C-3833-8419-D79F-50E5B128C9D8}"/>
                  </a:ext>
                </a:extLst>
              </p:cNvPr>
              <p:cNvSpPr/>
              <p:nvPr/>
            </p:nvSpPr>
            <p:spPr>
              <a:xfrm flipV="1">
                <a:off x="1967028" y="1410617"/>
                <a:ext cx="415037" cy="415001"/>
              </a:xfrm>
              <a:custGeom>
                <a:avLst/>
                <a:gdLst>
                  <a:gd name="connsiteX0" fmla="*/ 130886 w 259976"/>
                  <a:gd name="connsiteY0" fmla="*/ 217738 h 259953"/>
                  <a:gd name="connsiteX1" fmla="*/ 43765 w 259976"/>
                  <a:gd name="connsiteY1" fmla="*/ 130628 h 259953"/>
                  <a:gd name="connsiteX2" fmla="*/ 130886 w 259976"/>
                  <a:gd name="connsiteY2" fmla="*/ 43530 h 259953"/>
                  <a:gd name="connsiteX3" fmla="*/ 217996 w 259976"/>
                  <a:gd name="connsiteY3" fmla="*/ 130628 h 259953"/>
                  <a:gd name="connsiteX4" fmla="*/ 130886 w 259976"/>
                  <a:gd name="connsiteY4" fmla="*/ 217738 h 259953"/>
                  <a:gd name="connsiteX5" fmla="*/ 130886 w 259976"/>
                  <a:gd name="connsiteY5" fmla="*/ 662 h 259953"/>
                  <a:gd name="connsiteX6" fmla="*/ 898 w 259976"/>
                  <a:gd name="connsiteY6" fmla="*/ 130628 h 259953"/>
                  <a:gd name="connsiteX7" fmla="*/ 130886 w 259976"/>
                  <a:gd name="connsiteY7" fmla="*/ 260616 h 259953"/>
                  <a:gd name="connsiteX8" fmla="*/ 260874 w 259976"/>
                  <a:gd name="connsiteY8" fmla="*/ 130628 h 259953"/>
                  <a:gd name="connsiteX9" fmla="*/ 130886 w 259976"/>
                  <a:gd name="connsiteY9" fmla="*/ 662 h 259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9976" h="259953">
                    <a:moveTo>
                      <a:pt x="130886" y="217738"/>
                    </a:moveTo>
                    <a:cubicBezTo>
                      <a:pt x="82849" y="217738"/>
                      <a:pt x="43765" y="178676"/>
                      <a:pt x="43765" y="130628"/>
                    </a:cubicBezTo>
                    <a:cubicBezTo>
                      <a:pt x="43765" y="82603"/>
                      <a:pt x="82849" y="43530"/>
                      <a:pt x="130886" y="43530"/>
                    </a:cubicBezTo>
                    <a:cubicBezTo>
                      <a:pt x="178923" y="43530"/>
                      <a:pt x="217996" y="82603"/>
                      <a:pt x="217996" y="130628"/>
                    </a:cubicBezTo>
                    <a:cubicBezTo>
                      <a:pt x="217996" y="178676"/>
                      <a:pt x="178923" y="217738"/>
                      <a:pt x="130886" y="217738"/>
                    </a:cubicBezTo>
                    <a:moveTo>
                      <a:pt x="130886" y="662"/>
                    </a:moveTo>
                    <a:cubicBezTo>
                      <a:pt x="59219" y="662"/>
                      <a:pt x="898" y="58950"/>
                      <a:pt x="898" y="130628"/>
                    </a:cubicBezTo>
                    <a:cubicBezTo>
                      <a:pt x="898" y="202306"/>
                      <a:pt x="59219" y="260616"/>
                      <a:pt x="130886" y="260616"/>
                    </a:cubicBezTo>
                    <a:cubicBezTo>
                      <a:pt x="202553" y="260616"/>
                      <a:pt x="260874" y="202306"/>
                      <a:pt x="260874" y="130628"/>
                    </a:cubicBezTo>
                    <a:cubicBezTo>
                      <a:pt x="260874" y="58950"/>
                      <a:pt x="202553" y="662"/>
                      <a:pt x="130886" y="66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D49E50C-DA95-02D8-4A9D-01461289B6A9}"/>
                  </a:ext>
                </a:extLst>
              </p:cNvPr>
              <p:cNvSpPr/>
              <p:nvPr/>
            </p:nvSpPr>
            <p:spPr>
              <a:xfrm flipV="1">
                <a:off x="2148168" y="1502954"/>
                <a:ext cx="56142" cy="56142"/>
              </a:xfrm>
              <a:custGeom>
                <a:avLst/>
                <a:gdLst>
                  <a:gd name="connsiteX0" fmla="*/ 36067 w 35167"/>
                  <a:gd name="connsiteY0" fmla="*/ 18232 h 35167"/>
                  <a:gd name="connsiteX1" fmla="*/ 18483 w 35167"/>
                  <a:gd name="connsiteY1" fmla="*/ 648 h 35167"/>
                  <a:gd name="connsiteX2" fmla="*/ 899 w 35167"/>
                  <a:gd name="connsiteY2" fmla="*/ 18232 h 35167"/>
                  <a:gd name="connsiteX3" fmla="*/ 18483 w 35167"/>
                  <a:gd name="connsiteY3" fmla="*/ 35816 h 35167"/>
                  <a:gd name="connsiteX4" fmla="*/ 36067 w 35167"/>
                  <a:gd name="connsiteY4" fmla="*/ 18232 h 35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67" h="35167">
                    <a:moveTo>
                      <a:pt x="36067" y="18232"/>
                    </a:moveTo>
                    <a:cubicBezTo>
                      <a:pt x="36067" y="8525"/>
                      <a:pt x="28191" y="648"/>
                      <a:pt x="18483" y="648"/>
                    </a:cubicBezTo>
                    <a:cubicBezTo>
                      <a:pt x="8765" y="648"/>
                      <a:pt x="899" y="8525"/>
                      <a:pt x="899" y="18232"/>
                    </a:cubicBezTo>
                    <a:cubicBezTo>
                      <a:pt x="899" y="27950"/>
                      <a:pt x="8765" y="35816"/>
                      <a:pt x="18483" y="35816"/>
                    </a:cubicBezTo>
                    <a:cubicBezTo>
                      <a:pt x="28191" y="35816"/>
                      <a:pt x="36067" y="27950"/>
                      <a:pt x="36067" y="1823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B75AE934-8373-687A-E2D4-B9434F61B043}"/>
                  </a:ext>
                </a:extLst>
              </p:cNvPr>
              <p:cNvSpPr/>
              <p:nvPr/>
            </p:nvSpPr>
            <p:spPr>
              <a:xfrm flipV="1">
                <a:off x="2148168" y="1673822"/>
                <a:ext cx="56142" cy="56142"/>
              </a:xfrm>
              <a:custGeom>
                <a:avLst/>
                <a:gdLst>
                  <a:gd name="connsiteX0" fmla="*/ 36067 w 35167"/>
                  <a:gd name="connsiteY0" fmla="*/ 18245 h 35167"/>
                  <a:gd name="connsiteX1" fmla="*/ 18483 w 35167"/>
                  <a:gd name="connsiteY1" fmla="*/ 661 h 35167"/>
                  <a:gd name="connsiteX2" fmla="*/ 899 w 35167"/>
                  <a:gd name="connsiteY2" fmla="*/ 18245 h 35167"/>
                  <a:gd name="connsiteX3" fmla="*/ 18483 w 35167"/>
                  <a:gd name="connsiteY3" fmla="*/ 35829 h 35167"/>
                  <a:gd name="connsiteX4" fmla="*/ 36067 w 35167"/>
                  <a:gd name="connsiteY4" fmla="*/ 18245 h 35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67" h="35167">
                    <a:moveTo>
                      <a:pt x="36067" y="18245"/>
                    </a:moveTo>
                    <a:cubicBezTo>
                      <a:pt x="36067" y="8527"/>
                      <a:pt x="28191" y="661"/>
                      <a:pt x="18483" y="661"/>
                    </a:cubicBezTo>
                    <a:cubicBezTo>
                      <a:pt x="8765" y="661"/>
                      <a:pt x="899" y="8527"/>
                      <a:pt x="899" y="18245"/>
                    </a:cubicBezTo>
                    <a:cubicBezTo>
                      <a:pt x="899" y="27952"/>
                      <a:pt x="8765" y="35829"/>
                      <a:pt x="18483" y="35829"/>
                    </a:cubicBezTo>
                    <a:cubicBezTo>
                      <a:pt x="28191" y="35829"/>
                      <a:pt x="36067" y="27952"/>
                      <a:pt x="36067" y="18245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251FD527-92A2-E6B2-3D38-1D3B6302F531}"/>
                  </a:ext>
                </a:extLst>
              </p:cNvPr>
              <p:cNvSpPr/>
              <p:nvPr/>
            </p:nvSpPr>
            <p:spPr>
              <a:xfrm flipV="1">
                <a:off x="2074158" y="1631099"/>
                <a:ext cx="56177" cy="56157"/>
              </a:xfrm>
              <a:custGeom>
                <a:avLst/>
                <a:gdLst>
                  <a:gd name="connsiteX0" fmla="*/ 9691 w 35189"/>
                  <a:gd name="connsiteY0" fmla="*/ 33473 h 35176"/>
                  <a:gd name="connsiteX1" fmla="*/ 33721 w 35189"/>
                  <a:gd name="connsiteY1" fmla="*/ 27038 h 35176"/>
                  <a:gd name="connsiteX2" fmla="*/ 27275 w 35189"/>
                  <a:gd name="connsiteY2" fmla="*/ 3020 h 35176"/>
                  <a:gd name="connsiteX3" fmla="*/ 3257 w 35189"/>
                  <a:gd name="connsiteY3" fmla="*/ 9454 h 35176"/>
                  <a:gd name="connsiteX4" fmla="*/ 9691 w 35189"/>
                  <a:gd name="connsiteY4" fmla="*/ 33473 h 35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89" h="35176">
                    <a:moveTo>
                      <a:pt x="9691" y="33473"/>
                    </a:moveTo>
                    <a:cubicBezTo>
                      <a:pt x="18101" y="38332"/>
                      <a:pt x="28862" y="35458"/>
                      <a:pt x="33721" y="27038"/>
                    </a:cubicBezTo>
                    <a:cubicBezTo>
                      <a:pt x="38580" y="18629"/>
                      <a:pt x="35696" y="7868"/>
                      <a:pt x="27275" y="3020"/>
                    </a:cubicBezTo>
                    <a:cubicBezTo>
                      <a:pt x="18866" y="-1840"/>
                      <a:pt x="8094" y="1045"/>
                      <a:pt x="3257" y="9454"/>
                    </a:cubicBezTo>
                    <a:cubicBezTo>
                      <a:pt x="-1613" y="17863"/>
                      <a:pt x="1282" y="28624"/>
                      <a:pt x="9691" y="3347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8101C757-AD21-B8FC-D480-1BC93C8A94C5}"/>
                  </a:ext>
                </a:extLst>
              </p:cNvPr>
              <p:cNvSpPr/>
              <p:nvPr/>
            </p:nvSpPr>
            <p:spPr>
              <a:xfrm flipV="1">
                <a:off x="2222134" y="1545670"/>
                <a:ext cx="56171" cy="56157"/>
              </a:xfrm>
              <a:custGeom>
                <a:avLst/>
                <a:gdLst>
                  <a:gd name="connsiteX0" fmla="*/ 9706 w 35185"/>
                  <a:gd name="connsiteY0" fmla="*/ 33473 h 35176"/>
                  <a:gd name="connsiteX1" fmla="*/ 33735 w 35185"/>
                  <a:gd name="connsiteY1" fmla="*/ 27039 h 35176"/>
                  <a:gd name="connsiteX2" fmla="*/ 27290 w 35185"/>
                  <a:gd name="connsiteY2" fmla="*/ 3020 h 35176"/>
                  <a:gd name="connsiteX3" fmla="*/ 3260 w 35185"/>
                  <a:gd name="connsiteY3" fmla="*/ 9455 h 35176"/>
                  <a:gd name="connsiteX4" fmla="*/ 9706 w 35185"/>
                  <a:gd name="connsiteY4" fmla="*/ 33473 h 35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85" h="35176">
                    <a:moveTo>
                      <a:pt x="9706" y="33473"/>
                    </a:moveTo>
                    <a:cubicBezTo>
                      <a:pt x="18115" y="38321"/>
                      <a:pt x="28876" y="35448"/>
                      <a:pt x="33735" y="27039"/>
                    </a:cubicBezTo>
                    <a:cubicBezTo>
                      <a:pt x="38584" y="18630"/>
                      <a:pt x="35699" y="7869"/>
                      <a:pt x="27290" y="3020"/>
                    </a:cubicBezTo>
                    <a:cubicBezTo>
                      <a:pt x="18881" y="-1850"/>
                      <a:pt x="8108" y="1035"/>
                      <a:pt x="3260" y="9455"/>
                    </a:cubicBezTo>
                    <a:cubicBezTo>
                      <a:pt x="-1599" y="17864"/>
                      <a:pt x="1297" y="28625"/>
                      <a:pt x="9706" y="3347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A97A63B2-0AD0-0576-A961-9E3D1DE52380}"/>
                  </a:ext>
                </a:extLst>
              </p:cNvPr>
              <p:cNvSpPr/>
              <p:nvPr/>
            </p:nvSpPr>
            <p:spPr>
              <a:xfrm flipV="1">
                <a:off x="2222134" y="1631085"/>
                <a:ext cx="56171" cy="56165"/>
              </a:xfrm>
              <a:custGeom>
                <a:avLst/>
                <a:gdLst>
                  <a:gd name="connsiteX0" fmla="*/ 9706 w 35185"/>
                  <a:gd name="connsiteY0" fmla="*/ 3012 h 35181"/>
                  <a:gd name="connsiteX1" fmla="*/ 3260 w 35185"/>
                  <a:gd name="connsiteY1" fmla="*/ 27030 h 35181"/>
                  <a:gd name="connsiteX2" fmla="*/ 27290 w 35185"/>
                  <a:gd name="connsiteY2" fmla="*/ 33465 h 35181"/>
                  <a:gd name="connsiteX3" fmla="*/ 33735 w 35185"/>
                  <a:gd name="connsiteY3" fmla="*/ 9446 h 35181"/>
                  <a:gd name="connsiteX4" fmla="*/ 9706 w 35185"/>
                  <a:gd name="connsiteY4" fmla="*/ 3012 h 35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85" h="35181">
                    <a:moveTo>
                      <a:pt x="9706" y="3012"/>
                    </a:moveTo>
                    <a:cubicBezTo>
                      <a:pt x="1297" y="7860"/>
                      <a:pt x="-1599" y="18621"/>
                      <a:pt x="3260" y="27030"/>
                    </a:cubicBezTo>
                    <a:cubicBezTo>
                      <a:pt x="8108" y="35451"/>
                      <a:pt x="18881" y="38346"/>
                      <a:pt x="27290" y="33465"/>
                    </a:cubicBezTo>
                    <a:cubicBezTo>
                      <a:pt x="35699" y="28628"/>
                      <a:pt x="38584" y="17856"/>
                      <a:pt x="33735" y="9446"/>
                    </a:cubicBezTo>
                    <a:cubicBezTo>
                      <a:pt x="28876" y="1037"/>
                      <a:pt x="18115" y="-1836"/>
                      <a:pt x="9706" y="301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21A842ED-5642-10CE-7464-D4C3F64D34C3}"/>
                  </a:ext>
                </a:extLst>
              </p:cNvPr>
              <p:cNvSpPr/>
              <p:nvPr/>
            </p:nvSpPr>
            <p:spPr>
              <a:xfrm flipV="1">
                <a:off x="2074158" y="1545664"/>
                <a:ext cx="56177" cy="56149"/>
              </a:xfrm>
              <a:custGeom>
                <a:avLst/>
                <a:gdLst>
                  <a:gd name="connsiteX0" fmla="*/ 9691 w 35189"/>
                  <a:gd name="connsiteY0" fmla="*/ 3008 h 35171"/>
                  <a:gd name="connsiteX1" fmla="*/ 3257 w 35189"/>
                  <a:gd name="connsiteY1" fmla="*/ 27026 h 35171"/>
                  <a:gd name="connsiteX2" fmla="*/ 27275 w 35189"/>
                  <a:gd name="connsiteY2" fmla="*/ 33461 h 35171"/>
                  <a:gd name="connsiteX3" fmla="*/ 33721 w 35189"/>
                  <a:gd name="connsiteY3" fmla="*/ 9442 h 35171"/>
                  <a:gd name="connsiteX4" fmla="*/ 9691 w 35189"/>
                  <a:gd name="connsiteY4" fmla="*/ 3008 h 35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189" h="35171">
                    <a:moveTo>
                      <a:pt x="9691" y="3008"/>
                    </a:moveTo>
                    <a:cubicBezTo>
                      <a:pt x="1282" y="7856"/>
                      <a:pt x="-1613" y="18617"/>
                      <a:pt x="3257" y="27026"/>
                    </a:cubicBezTo>
                    <a:cubicBezTo>
                      <a:pt x="8094" y="35436"/>
                      <a:pt x="18866" y="38320"/>
                      <a:pt x="27275" y="33461"/>
                    </a:cubicBezTo>
                    <a:cubicBezTo>
                      <a:pt x="35696" y="28613"/>
                      <a:pt x="38580" y="17852"/>
                      <a:pt x="33721" y="9442"/>
                    </a:cubicBezTo>
                    <a:cubicBezTo>
                      <a:pt x="28862" y="1022"/>
                      <a:pt x="18101" y="-1840"/>
                      <a:pt x="9691" y="3008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A9E8274-F477-F70B-F6EC-841D685CEA76}"/>
                </a:ext>
              </a:extLst>
            </p:cNvPr>
            <p:cNvSpPr txBox="1"/>
            <p:nvPr/>
          </p:nvSpPr>
          <p:spPr>
            <a:xfrm>
              <a:off x="659875" y="1983332"/>
              <a:ext cx="2972325" cy="173894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>
              <a:defPPr>
                <a:defRPr lang="en-US"/>
              </a:defPPr>
              <a:lvl1pPr marL="92075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  <a:lvl3pPr marL="549275" lvl="2" indent="-92075">
                <a:lnSpc>
                  <a:spcPct val="110000"/>
                </a:lnSpc>
                <a:spcAft>
                  <a:spcPts val="400"/>
                </a:spcAft>
                <a:buFont typeface="Arial" panose="020B0604020202020204" pitchFamily="34" charset="0"/>
                <a:buChar char="•"/>
                <a:defRPr sz="105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3pPr>
            </a:lstStyle>
            <a:p>
              <a:pPr marL="0" indent="0">
                <a:buNone/>
              </a:pPr>
              <a:r>
                <a:rPr lang="en-US" altLang="ko-KR" sz="1100" dirty="0">
                  <a:solidFill>
                    <a:srgbClr val="532E9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APEC 2025 </a:t>
              </a:r>
              <a:r>
                <a:rPr lang="ko-KR" altLang="en-US" sz="1100" dirty="0">
                  <a:solidFill>
                    <a:srgbClr val="532E9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전체회의 </a:t>
              </a:r>
              <a:r>
                <a:rPr lang="ko-KR" altLang="en-US" sz="1100" dirty="0" err="1">
                  <a:solidFill>
                    <a:srgbClr val="532E9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일정ㅌ</a:t>
              </a:r>
              <a:endParaRPr lang="ko-KR" altLang="en-US" sz="1100" dirty="0">
                <a:solidFill>
                  <a:srgbClr val="532E9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034B4EA2-126A-4686-E6CC-E76751D1312F}"/>
              </a:ext>
            </a:extLst>
          </p:cNvPr>
          <p:cNvSpPr txBox="1"/>
          <p:nvPr/>
        </p:nvSpPr>
        <p:spPr>
          <a:xfrm>
            <a:off x="5017931" y="6067034"/>
            <a:ext cx="4289558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-154940" fontAlgn="base">
              <a:lnSpc>
                <a:spcPct val="100000"/>
              </a:lnSpc>
              <a:spcAft>
                <a:spcPts val="600"/>
              </a:spcAft>
              <a:defRPr sz="1100" spc="-7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ko-KR" altLang="en-US" dirty="0">
                <a:solidFill>
                  <a:srgbClr val="F03F4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서울에서 시작해 경주에서 맺어지는 </a:t>
            </a:r>
            <a:r>
              <a:rPr lang="en-US" altLang="ko-KR" dirty="0">
                <a:solidFill>
                  <a:srgbClr val="F03F4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r>
              <a:rPr lang="ko-KR" altLang="en-US" dirty="0">
                <a:solidFill>
                  <a:srgbClr val="F03F4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년간의 결실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4DBF025-DF80-1B8A-C673-A35A5037B6CB}"/>
              </a:ext>
            </a:extLst>
          </p:cNvPr>
          <p:cNvSpPr txBox="1"/>
          <p:nvPr/>
        </p:nvSpPr>
        <p:spPr>
          <a:xfrm>
            <a:off x="49357" y="233567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/>
              <a:t>단계 구조</a:t>
            </a:r>
            <a:endParaRPr lang="ko-KR" altLang="en-US" sz="12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CC8D608-6EC3-DAA8-E7B3-313809E76742}"/>
              </a:ext>
            </a:extLst>
          </p:cNvPr>
          <p:cNvSpPr txBox="1"/>
          <p:nvPr/>
        </p:nvSpPr>
        <p:spPr>
          <a:xfrm>
            <a:off x="49357" y="5586234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시간 구조</a:t>
            </a:r>
          </a:p>
        </p:txBody>
      </p:sp>
    </p:spTree>
    <p:extLst>
      <p:ext uri="{BB962C8B-B14F-4D97-AF65-F5344CB8AC3E}">
        <p14:creationId xmlns:p14="http://schemas.microsoft.com/office/powerpoint/2010/main" val="1958353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82374A4-0759-2725-3F46-492CB1154C53}"/>
              </a:ext>
            </a:extLst>
          </p:cNvPr>
          <p:cNvSpPr/>
          <p:nvPr/>
        </p:nvSpPr>
        <p:spPr>
          <a:xfrm>
            <a:off x="606569" y="830248"/>
            <a:ext cx="4816188" cy="273981"/>
          </a:xfrm>
          <a:prstGeom prst="roundRect">
            <a:avLst>
              <a:gd name="adj" fmla="val 50000"/>
            </a:avLst>
          </a:prstGeom>
          <a:solidFill>
            <a:srgbClr val="2D2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3163" latinLnBrk="1"/>
            <a:r>
              <a:rPr lang="ko-KR" altLang="en-US" sz="1200" spc="-85" dirty="0">
                <a:solidFill>
                  <a:prstClr val="whit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안전관리 대응체계 </a:t>
            </a:r>
            <a:r>
              <a:rPr lang="ko-KR" altLang="en-US" sz="1200" spc="-85">
                <a:solidFill>
                  <a:prstClr val="whit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보고 계획</a:t>
            </a:r>
            <a:endParaRPr lang="en-US" altLang="ko-KR" sz="1200" spc="-85" dirty="0">
              <a:solidFill>
                <a:prstClr val="white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1F82FA80-C91A-9794-653B-6DEB660EC4D5}"/>
              </a:ext>
            </a:extLst>
          </p:cNvPr>
          <p:cNvSpPr/>
          <p:nvPr/>
        </p:nvSpPr>
        <p:spPr>
          <a:xfrm>
            <a:off x="855350" y="1533927"/>
            <a:ext cx="1560010" cy="719122"/>
          </a:xfrm>
          <a:prstGeom prst="chevron">
            <a:avLst>
              <a:gd name="adj" fmla="val 2684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5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위험요소의 사전제거</a:t>
            </a: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BF310E74-1A4E-EF5C-7379-9F8543D08078}"/>
              </a:ext>
            </a:extLst>
          </p:cNvPr>
          <p:cNvSpPr/>
          <p:nvPr/>
        </p:nvSpPr>
        <p:spPr>
          <a:xfrm>
            <a:off x="2288430" y="1533927"/>
            <a:ext cx="1560010" cy="719122"/>
          </a:xfrm>
          <a:prstGeom prst="chevron">
            <a:avLst>
              <a:gd name="adj" fmla="val 2684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5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현장점검과</a:t>
            </a:r>
            <a:endParaRPr kumimoji="0" lang="en-US" altLang="ko-KR" sz="1200" b="0" i="0" u="none" strike="noStrike" kern="1200" cap="none" spc="-85" normalizeH="0" baseline="0" noProof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5" normalizeH="0" baseline="0" noProof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순찰</a:t>
            </a:r>
            <a:endParaRPr kumimoji="0" lang="ko-KR" altLang="en-US" sz="1200" b="0" i="0" u="none" strike="noStrike" kern="1200" cap="none" spc="-85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E16629FC-0025-6F09-E758-A9BC133DAD98}"/>
              </a:ext>
            </a:extLst>
          </p:cNvPr>
          <p:cNvSpPr/>
          <p:nvPr/>
        </p:nvSpPr>
        <p:spPr>
          <a:xfrm>
            <a:off x="3721510" y="1533927"/>
            <a:ext cx="1560010" cy="719122"/>
          </a:xfrm>
          <a:prstGeom prst="chevron">
            <a:avLst>
              <a:gd name="adj" fmla="val 2684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5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신속한 대응 시스템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2E60791-1356-8946-1573-E3A9976251A4}"/>
              </a:ext>
            </a:extLst>
          </p:cNvPr>
          <p:cNvSpPr/>
          <p:nvPr/>
        </p:nvSpPr>
        <p:spPr>
          <a:xfrm>
            <a:off x="942223" y="1393602"/>
            <a:ext cx="513500" cy="25719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E200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8316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85" normalizeH="0" baseline="0" noProof="0">
                <a:solidFill>
                  <a:srgbClr val="E20011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kumimoji="0" lang="ko-KR" altLang="en-US" sz="1050" b="0" i="0" u="none" strike="noStrike" kern="1200" cap="none" spc="-85" normalizeH="0" baseline="0" noProof="0">
                <a:solidFill>
                  <a:srgbClr val="E20011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단계</a:t>
            </a:r>
            <a:endParaRPr kumimoji="0" lang="ko-KR" altLang="en-US" sz="1050" b="0" i="0" u="none" strike="noStrike" kern="1200" cap="none" spc="-85" normalizeH="0" baseline="0" noProof="0" dirty="0">
              <a:solidFill>
                <a:srgbClr val="E20011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3728E3A-8D5E-76C5-229D-EC5E49151096}"/>
              </a:ext>
            </a:extLst>
          </p:cNvPr>
          <p:cNvSpPr/>
          <p:nvPr/>
        </p:nvSpPr>
        <p:spPr>
          <a:xfrm>
            <a:off x="2402161" y="1393602"/>
            <a:ext cx="513500" cy="25719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E200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8316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85" normalizeH="0" baseline="0" noProof="0">
                <a:solidFill>
                  <a:srgbClr val="E20011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kumimoji="0" lang="ko-KR" altLang="en-US" sz="1050" b="0" i="0" u="none" strike="noStrike" kern="1200" cap="none" spc="-85" normalizeH="0" baseline="0" noProof="0">
                <a:solidFill>
                  <a:srgbClr val="E20011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단계</a:t>
            </a:r>
            <a:endParaRPr kumimoji="0" lang="ko-KR" altLang="en-US" sz="1050" b="0" i="0" u="none" strike="noStrike" kern="1200" cap="none" spc="-85" normalizeH="0" baseline="0" noProof="0" dirty="0">
              <a:solidFill>
                <a:srgbClr val="E20011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55A1817-C7B2-4A4A-07DA-4353FF6FB66D}"/>
              </a:ext>
            </a:extLst>
          </p:cNvPr>
          <p:cNvSpPr/>
          <p:nvPr/>
        </p:nvSpPr>
        <p:spPr>
          <a:xfrm>
            <a:off x="3835241" y="1393602"/>
            <a:ext cx="513500" cy="25719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E200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8316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85" normalizeH="0" baseline="0" noProof="0">
                <a:solidFill>
                  <a:srgbClr val="E20011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kumimoji="0" lang="ko-KR" altLang="en-US" sz="1050" b="0" i="0" u="none" strike="noStrike" kern="1200" cap="none" spc="-85" normalizeH="0" baseline="0" noProof="0">
                <a:solidFill>
                  <a:srgbClr val="E20011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단계</a:t>
            </a:r>
            <a:endParaRPr kumimoji="0" lang="ko-KR" altLang="en-US" sz="1050" b="0" i="0" u="none" strike="noStrike" kern="1200" cap="none" spc="-85" normalizeH="0" baseline="0" noProof="0" dirty="0">
              <a:solidFill>
                <a:srgbClr val="E20011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734BB7-C84A-9DD8-3175-25023A894D7C}"/>
              </a:ext>
            </a:extLst>
          </p:cNvPr>
          <p:cNvSpPr txBox="1"/>
          <p:nvPr/>
        </p:nvSpPr>
        <p:spPr>
          <a:xfrm>
            <a:off x="49357" y="233567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단계 구조</a:t>
            </a:r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739907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7AC271CF-A45B-0AE2-D377-8F6CD2544A44}"/>
              </a:ext>
            </a:extLst>
          </p:cNvPr>
          <p:cNvGrpSpPr/>
          <p:nvPr/>
        </p:nvGrpSpPr>
        <p:grpSpPr>
          <a:xfrm>
            <a:off x="693018" y="1348986"/>
            <a:ext cx="7019008" cy="3604428"/>
            <a:chOff x="3571495" y="2085527"/>
            <a:chExt cx="7019008" cy="3604428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DE78C741-FDB9-DB1F-A141-BB1D1326CDF9}"/>
                </a:ext>
              </a:extLst>
            </p:cNvPr>
            <p:cNvGrpSpPr/>
            <p:nvPr/>
          </p:nvGrpSpPr>
          <p:grpSpPr>
            <a:xfrm>
              <a:off x="5664133" y="2979834"/>
              <a:ext cx="3052506" cy="2710121"/>
              <a:chOff x="4344911" y="1504566"/>
              <a:chExt cx="3256411" cy="2891155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FEDC815-D068-ED73-C327-642B23D156A2}"/>
                  </a:ext>
                </a:extLst>
              </p:cNvPr>
              <p:cNvGrpSpPr/>
              <p:nvPr/>
            </p:nvGrpSpPr>
            <p:grpSpPr>
              <a:xfrm>
                <a:off x="4825940" y="2091721"/>
                <a:ext cx="2304000" cy="2304000"/>
                <a:chOff x="4825940" y="2091721"/>
                <a:chExt cx="2304000" cy="2304000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EC0F4BC3-E242-A08E-568B-5107FB5E2546}"/>
                    </a:ext>
                  </a:extLst>
                </p:cNvPr>
                <p:cNvSpPr/>
                <p:nvPr/>
              </p:nvSpPr>
              <p:spPr>
                <a:xfrm>
                  <a:off x="5317665" y="2583447"/>
                  <a:ext cx="1320549" cy="132054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83163" latinLnBrk="1"/>
                  <a:r>
                    <a:rPr lang="ko-KR" altLang="en-US" sz="1200" dirty="0">
                      <a:solidFill>
                        <a:schemeClr val="bg1"/>
                      </a:solidFill>
                      <a:latin typeface="Pretendard ExtraBold" panose="02000903000000020004" pitchFamily="50" charset="-127"/>
                      <a:ea typeface="Pretendard ExtraBold" panose="02000903000000020004" pitchFamily="50" charset="-127"/>
                      <a:cs typeface="Pretendard ExtraBold" panose="02000903000000020004" pitchFamily="50" charset="-127"/>
                    </a:rPr>
                    <a:t>전담 매니저</a:t>
                  </a:r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B2212170-DD39-3969-548F-A7EEBBA93769}"/>
                    </a:ext>
                  </a:extLst>
                </p:cNvPr>
                <p:cNvSpPr/>
                <p:nvPr/>
              </p:nvSpPr>
              <p:spPr>
                <a:xfrm>
                  <a:off x="4825940" y="2091721"/>
                  <a:ext cx="2304000" cy="230400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8C6A9F12-30EB-A205-49DB-8596B3E486C1}"/>
                  </a:ext>
                </a:extLst>
              </p:cNvPr>
              <p:cNvSpPr/>
              <p:nvPr/>
            </p:nvSpPr>
            <p:spPr>
              <a:xfrm>
                <a:off x="5545300" y="1504566"/>
                <a:ext cx="865276" cy="865277"/>
              </a:xfrm>
              <a:prstGeom prst="ellipse">
                <a:avLst/>
              </a:prstGeom>
              <a:solidFill>
                <a:srgbClr val="53458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483163" latinLnBrk="1"/>
                <a:r>
                  <a:rPr lang="ko-KR" altLang="en-US" sz="12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현장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PM</a:t>
                </a:r>
                <a:endParaRPr lang="ko-KR" altLang="en-US" sz="12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3524A9F5-796A-3B5A-825B-91E93A44AC44}"/>
                  </a:ext>
                </a:extLst>
              </p:cNvPr>
              <p:cNvSpPr/>
              <p:nvPr/>
            </p:nvSpPr>
            <p:spPr>
              <a:xfrm>
                <a:off x="4344911" y="3354016"/>
                <a:ext cx="865276" cy="865277"/>
              </a:xfrm>
              <a:prstGeom prst="ellipse">
                <a:avLst/>
              </a:prstGeom>
              <a:solidFill>
                <a:srgbClr val="387AC4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483163" latinLnBrk="1"/>
                <a:r>
                  <a:rPr lang="ko-KR" altLang="en-US" sz="1200" dirty="0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통역사</a:t>
                </a:r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7B5CF03E-61BC-0963-B6A8-C59803682981}"/>
                  </a:ext>
                </a:extLst>
              </p:cNvPr>
              <p:cNvSpPr/>
              <p:nvPr/>
            </p:nvSpPr>
            <p:spPr>
              <a:xfrm>
                <a:off x="6736046" y="3354016"/>
                <a:ext cx="865276" cy="865277"/>
              </a:xfrm>
              <a:prstGeom prst="ellipse">
                <a:avLst/>
              </a:prstGeom>
              <a:solidFill>
                <a:srgbClr val="37BFA7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483163" latinLnBrk="1"/>
                <a:r>
                  <a:rPr lang="ko-KR" altLang="en-US" sz="1200" dirty="0" err="1"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운전원</a:t>
                </a:r>
                <a:endParaRPr lang="ko-KR" altLang="en-US" sz="12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</p:grp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6BA7DE2-2F99-3A49-6560-B0F08FAD8CF7}"/>
                </a:ext>
              </a:extLst>
            </p:cNvPr>
            <p:cNvSpPr/>
            <p:nvPr/>
          </p:nvSpPr>
          <p:spPr>
            <a:xfrm>
              <a:off x="3571495" y="3752612"/>
              <a:ext cx="2663466" cy="12546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163" latinLnBrk="1"/>
              <a:r>
                <a:rPr lang="en-US" altLang="ko-KR" sz="105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[</a:t>
              </a:r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주요 업무</a:t>
              </a:r>
              <a:r>
                <a:rPr lang="en-US" altLang="ko-KR" sz="105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]</a:t>
              </a:r>
            </a:p>
            <a:p>
              <a:pPr algn="ctr" defTabSz="483163" latinLnBrk="1"/>
              <a:r>
                <a: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초청 인사 통역 업무 및 수행</a:t>
              </a:r>
              <a:endPara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면담 내용 기록 및 보고</a:t>
              </a:r>
              <a:endPara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endParaRPr lang="en-US" altLang="ko-KR" sz="1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ko-KR" altLang="en-US" sz="9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▼</a:t>
              </a:r>
              <a:endParaRPr lang="en-US" altLang="ko-KR" sz="9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endParaRPr lang="en-US" altLang="ko-KR" sz="1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주빈의 추가 요구 사항을 매니저에게 </a:t>
              </a:r>
              <a:b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전달하여 즉각 조치</a:t>
              </a:r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일정</a:t>
              </a:r>
              <a: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숙박</a:t>
              </a:r>
              <a: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식사</a:t>
              </a:r>
              <a: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질의 등</a:t>
              </a:r>
              <a: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  <a:p>
              <a:pPr algn="ctr" defTabSz="483163" latinLnBrk="1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C3F218B-066B-AD60-656A-BC3B9CE186DE}"/>
                </a:ext>
              </a:extLst>
            </p:cNvPr>
            <p:cNvSpPr/>
            <p:nvPr/>
          </p:nvSpPr>
          <p:spPr>
            <a:xfrm>
              <a:off x="8382677" y="3861655"/>
              <a:ext cx="2207826" cy="12546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163" latinLnBrk="1"/>
              <a:r>
                <a:rPr lang="en-US" altLang="ko-KR" sz="105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[</a:t>
              </a:r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주요 업무</a:t>
              </a:r>
              <a:r>
                <a:rPr lang="en-US" altLang="ko-KR" sz="105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]</a:t>
              </a:r>
              <a:endPara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방한 일정에 따른 차량 운행</a:t>
              </a:r>
              <a:endPara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차량 안전 점검 및 이상 유무 파악</a:t>
              </a:r>
              <a:endPara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endParaRPr lang="en-US" altLang="ko-KR" sz="1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ko-KR" altLang="en-US" sz="9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▼</a:t>
              </a:r>
              <a:endParaRPr lang="en-US" altLang="ko-KR" sz="9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endParaRPr lang="en-US" altLang="ko-KR" sz="1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차량 이동 동선 사전 체크를 통해</a:t>
              </a:r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주차공간 및 위험요소 점검</a:t>
              </a:r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차량 대기 시간 최소화</a:t>
              </a:r>
              <a: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  <a:p>
              <a:pPr algn="ctr" defTabSz="483163" latinLnBrk="1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CB966A6-13AC-7CF4-1595-02123D4B7D05}"/>
                </a:ext>
              </a:extLst>
            </p:cNvPr>
            <p:cNvSpPr/>
            <p:nvPr/>
          </p:nvSpPr>
          <p:spPr>
            <a:xfrm>
              <a:off x="6115042" y="2085527"/>
              <a:ext cx="2159732" cy="6736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163" latinLnBrk="1"/>
              <a:r>
                <a:rPr lang="en-US" altLang="ko-KR" sz="105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[</a:t>
              </a:r>
              <a:r>
                <a:rPr lang="ko-KR" altLang="en-US" sz="105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주요 업무</a:t>
              </a:r>
              <a:r>
                <a:rPr lang="en-US" altLang="ko-KR" sz="105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]</a:t>
              </a:r>
            </a:p>
            <a:p>
              <a:pPr algn="ctr" defTabSz="483163" latinLnBrk="1"/>
              <a:r>
                <a: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과업 전체 관리 및 의사결정</a:t>
              </a:r>
              <a:endPara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이해관계자 간 커뮤니케이션 담당</a:t>
              </a:r>
              <a:endPara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endParaRPr lang="en-US" altLang="ko-KR" sz="3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▼</a:t>
              </a:r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endParaRPr lang="en-US" altLang="ko-KR" sz="3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PM</a:t>
              </a:r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의 지시사항 각 인력에게 </a:t>
              </a:r>
              <a:br>
                <a:rPr lang="en-US" altLang="ko-KR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05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즉시 전파 및 현장 상황 실시간 보고</a:t>
              </a:r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 defTabSz="483163" latinLnBrk="1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2B106A-6A01-8F8F-2D1B-0633E9CCFB8B}"/>
              </a:ext>
            </a:extLst>
          </p:cNvPr>
          <p:cNvSpPr txBox="1"/>
          <p:nvPr/>
        </p:nvSpPr>
        <p:spPr>
          <a:xfrm>
            <a:off x="49357" y="23356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구성요소</a:t>
            </a:r>
          </a:p>
        </p:txBody>
      </p:sp>
    </p:spTree>
    <p:extLst>
      <p:ext uri="{BB962C8B-B14F-4D97-AF65-F5344CB8AC3E}">
        <p14:creationId xmlns:p14="http://schemas.microsoft.com/office/powerpoint/2010/main" val="1202081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4F88379-5226-6FBC-B2C0-769DFAC2823B}"/>
              </a:ext>
            </a:extLst>
          </p:cNvPr>
          <p:cNvGrpSpPr/>
          <p:nvPr/>
        </p:nvGrpSpPr>
        <p:grpSpPr>
          <a:xfrm>
            <a:off x="1445770" y="1728780"/>
            <a:ext cx="9502072" cy="6733103"/>
            <a:chOff x="594870" y="2630480"/>
            <a:chExt cx="9502072" cy="6733103"/>
          </a:xfrm>
        </p:grpSpPr>
        <p:graphicFrame>
          <p:nvGraphicFramePr>
            <p:cNvPr id="3" name="차트 2">
              <a:extLst>
                <a:ext uri="{FF2B5EF4-FFF2-40B4-BE49-F238E27FC236}">
                  <a16:creationId xmlns:a16="http://schemas.microsoft.com/office/drawing/2014/main" id="{02CB71A2-4F7D-94A6-261F-34B06BA9F04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14072047"/>
                </p:ext>
              </p:extLst>
            </p:nvPr>
          </p:nvGraphicFramePr>
          <p:xfrm>
            <a:off x="763420" y="2637111"/>
            <a:ext cx="9164974" cy="67264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4DD25724-8B8F-9499-BB1A-D5C8C737F60E}"/>
                </a:ext>
              </a:extLst>
            </p:cNvPr>
            <p:cNvCxnSpPr/>
            <p:nvPr/>
          </p:nvCxnSpPr>
          <p:spPr>
            <a:xfrm>
              <a:off x="2116476" y="6041443"/>
              <a:ext cx="6441897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440E7BC-2426-AAC1-4EC6-EE8635F660DA}"/>
                </a:ext>
              </a:extLst>
            </p:cNvPr>
            <p:cNvSpPr txBox="1"/>
            <p:nvPr/>
          </p:nvSpPr>
          <p:spPr>
            <a:xfrm>
              <a:off x="594871" y="2720771"/>
              <a:ext cx="18503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kumimoji="0" lang="ko-KR" altLang="en-US" sz="1600" b="0" i="0" u="none" strike="noStrike" kern="1200" cap="none" spc="-80" normalizeH="0" noProof="0" dirty="0"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수송본부 ① </a:t>
              </a:r>
              <a:r>
                <a:rPr kumimoji="0" lang="ko-KR" altLang="en-US" sz="1600" b="0" i="0" u="none" strike="noStrike" kern="1200" cap="none" spc="-80" normalizeH="0" noProof="0" dirty="0" err="1"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의전차</a:t>
              </a:r>
              <a:endParaRPr kumimoji="0" lang="en-US" altLang="ko-KR" sz="1600" b="0" i="0" u="none" strike="noStrike" kern="1200" cap="none" spc="-80" normalizeH="0" noProof="0" dirty="0"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lang="ko-KR" altLang="en-US" sz="1050" spc="-80" dirty="0" err="1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의전차</a:t>
              </a:r>
              <a:r>
                <a:rPr lang="ko-KR" altLang="en-US" sz="105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관리 운용</a:t>
              </a:r>
              <a:endParaRPr lang="en-US" altLang="ko-KR" sz="105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lang="ko-KR" altLang="en-US" sz="105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전담 </a:t>
              </a:r>
              <a:r>
                <a:rPr lang="ko-KR" altLang="en-US" sz="1050" spc="-80" dirty="0" err="1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수퍼바이저</a:t>
              </a:r>
              <a:r>
                <a:rPr lang="ko-KR" altLang="en-US" sz="105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및 수행 인력</a:t>
              </a:r>
              <a:endParaRPr kumimoji="0" lang="en-US" altLang="ko-KR" sz="1050" b="0" i="0" u="none" strike="noStrike" kern="1200" cap="none" spc="-80" normalizeH="0" noProof="0" dirty="0"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6CE1EEF3-0DE4-F6A7-9852-55B775329236}"/>
                </a:ext>
              </a:extLst>
            </p:cNvPr>
            <p:cNvSpPr/>
            <p:nvPr/>
          </p:nvSpPr>
          <p:spPr>
            <a:xfrm>
              <a:off x="594870" y="2630480"/>
              <a:ext cx="4244257" cy="359596"/>
            </a:xfrm>
            <a:custGeom>
              <a:avLst/>
              <a:gdLst>
                <a:gd name="connsiteX0" fmla="*/ 0 w 1839074"/>
                <a:gd name="connsiteY0" fmla="*/ 0 h 359596"/>
                <a:gd name="connsiteX1" fmla="*/ 1839074 w 1839074"/>
                <a:gd name="connsiteY1" fmla="*/ 0 h 359596"/>
                <a:gd name="connsiteX2" fmla="*/ 1839074 w 1839074"/>
                <a:gd name="connsiteY2" fmla="*/ 359596 h 359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9074" h="359596">
                  <a:moveTo>
                    <a:pt x="0" y="0"/>
                  </a:moveTo>
                  <a:lnTo>
                    <a:pt x="1839074" y="0"/>
                  </a:lnTo>
                  <a:lnTo>
                    <a:pt x="1839074" y="359596"/>
                  </a:lnTo>
                </a:path>
              </a:pathLst>
            </a:custGeom>
            <a:ln w="19050">
              <a:solidFill>
                <a:srgbClr val="E2001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24C15BDA-B208-8E67-60F6-33A5145D8B60}"/>
                </a:ext>
              </a:extLst>
            </p:cNvPr>
            <p:cNvSpPr/>
            <p:nvPr/>
          </p:nvSpPr>
          <p:spPr>
            <a:xfrm flipH="1">
              <a:off x="6458571" y="2630480"/>
              <a:ext cx="3638371" cy="359596"/>
            </a:xfrm>
            <a:custGeom>
              <a:avLst/>
              <a:gdLst>
                <a:gd name="connsiteX0" fmla="*/ 0 w 1839074"/>
                <a:gd name="connsiteY0" fmla="*/ 0 h 359596"/>
                <a:gd name="connsiteX1" fmla="*/ 1839074 w 1839074"/>
                <a:gd name="connsiteY1" fmla="*/ 0 h 359596"/>
                <a:gd name="connsiteX2" fmla="*/ 1839074 w 1839074"/>
                <a:gd name="connsiteY2" fmla="*/ 359596 h 359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9074" h="359596">
                  <a:moveTo>
                    <a:pt x="0" y="0"/>
                  </a:moveTo>
                  <a:lnTo>
                    <a:pt x="1839074" y="0"/>
                  </a:lnTo>
                  <a:lnTo>
                    <a:pt x="1839074" y="359596"/>
                  </a:lnTo>
                </a:path>
              </a:pathLst>
            </a:custGeom>
            <a:ln w="19050">
              <a:solidFill>
                <a:srgbClr val="2D2F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337652-5331-0C61-BED5-355E5C9D2E4D}"/>
                </a:ext>
              </a:extLst>
            </p:cNvPr>
            <p:cNvSpPr txBox="1"/>
            <p:nvPr/>
          </p:nvSpPr>
          <p:spPr>
            <a:xfrm>
              <a:off x="8024117" y="2720771"/>
              <a:ext cx="207282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kumimoji="0" lang="ko-KR" altLang="en-US" sz="1600" b="0" i="0" u="none" strike="noStrike" kern="1200" cap="none" spc="-80" normalizeH="0" noProof="0" dirty="0"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수송본부 ② 게스트 셔틀</a:t>
              </a:r>
              <a:endParaRPr kumimoji="0" lang="en-US" altLang="ko-KR" sz="1600" b="0" i="0" u="none" strike="noStrike" kern="1200" cap="none" spc="-80" normalizeH="0" noProof="0" dirty="0"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lang="ko-KR" altLang="en-US" sz="105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셔틀 실무 담당자</a:t>
              </a:r>
              <a:endParaRPr lang="en-US" altLang="ko-KR" sz="105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kumimoji="0" lang="ko-KR" altLang="en-US" sz="1050" b="0" i="0" u="none" strike="noStrike" kern="1200" cap="none" spc="-80" normalizeH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셔틀 차량 확보</a:t>
              </a:r>
              <a:endParaRPr kumimoji="0" lang="en-US" altLang="ko-KR" sz="1050" b="0" i="0" u="none" strike="noStrike" kern="1200" cap="none" spc="-80" normalizeH="0" noProof="0" dirty="0"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82C9D04-BA72-F01A-CF94-B34567304FC7}"/>
                </a:ext>
              </a:extLst>
            </p:cNvPr>
            <p:cNvCxnSpPr/>
            <p:nvPr/>
          </p:nvCxnSpPr>
          <p:spPr>
            <a:xfrm>
              <a:off x="7695344" y="3904180"/>
              <a:ext cx="2401598" cy="0"/>
            </a:xfrm>
            <a:prstGeom prst="line">
              <a:avLst/>
            </a:prstGeom>
            <a:ln w="19050">
              <a:solidFill>
                <a:srgbClr val="C5C5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E3B924-5EAE-8A22-4918-EEA90068DD91}"/>
                </a:ext>
              </a:extLst>
            </p:cNvPr>
            <p:cNvSpPr txBox="1"/>
            <p:nvPr/>
          </p:nvSpPr>
          <p:spPr>
            <a:xfrm>
              <a:off x="8596312" y="3932046"/>
              <a:ext cx="1500629" cy="500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kumimoji="0" lang="ko-KR" altLang="en-US" sz="1400" b="0" i="0" u="none" strike="noStrike" kern="1200" cap="none" spc="-80" normalizeH="0" noProof="0" dirty="0"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김해공항 데스크</a:t>
              </a:r>
              <a:endParaRPr kumimoji="0" lang="en-US" altLang="ko-KR" sz="1400" b="0" i="0" u="none" strike="noStrike" kern="1200" cap="none" spc="-80" normalizeH="0" noProof="0" dirty="0"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lang="ko-KR" altLang="en-US" sz="10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현장 실무 담당자</a:t>
              </a:r>
              <a:endParaRPr kumimoji="0" lang="en-US" altLang="ko-KR" sz="1000" b="0" i="0" u="none" strike="noStrike" kern="1200" cap="none" spc="-80" normalizeH="0" noProof="0" dirty="0"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B5F9293C-EADF-5B01-2502-B228B896BBB0}"/>
                </a:ext>
              </a:extLst>
            </p:cNvPr>
            <p:cNvSpPr/>
            <p:nvPr/>
          </p:nvSpPr>
          <p:spPr>
            <a:xfrm flipH="1">
              <a:off x="8260421" y="4703264"/>
              <a:ext cx="1836520" cy="359596"/>
            </a:xfrm>
            <a:custGeom>
              <a:avLst/>
              <a:gdLst>
                <a:gd name="connsiteX0" fmla="*/ 0 w 1839074"/>
                <a:gd name="connsiteY0" fmla="*/ 0 h 359596"/>
                <a:gd name="connsiteX1" fmla="*/ 1839074 w 1839074"/>
                <a:gd name="connsiteY1" fmla="*/ 0 h 359596"/>
                <a:gd name="connsiteX2" fmla="*/ 1839074 w 1839074"/>
                <a:gd name="connsiteY2" fmla="*/ 359596 h 359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9074" h="359596">
                  <a:moveTo>
                    <a:pt x="0" y="0"/>
                  </a:moveTo>
                  <a:lnTo>
                    <a:pt x="1839074" y="0"/>
                  </a:lnTo>
                  <a:lnTo>
                    <a:pt x="1839074" y="359596"/>
                  </a:lnTo>
                </a:path>
              </a:pathLst>
            </a:cu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4BC20E3-588C-A21C-13BD-2CF00BCE8A05}"/>
                </a:ext>
              </a:extLst>
            </p:cNvPr>
            <p:cNvSpPr txBox="1"/>
            <p:nvPr/>
          </p:nvSpPr>
          <p:spPr>
            <a:xfrm>
              <a:off x="8596312" y="4703264"/>
              <a:ext cx="1500629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kumimoji="0" lang="ko-KR" altLang="en-US" sz="1400" b="0" i="0" u="none" strike="noStrike" kern="1200" cap="none" spc="-80" normalizeH="0" noProof="0" dirty="0"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인천</a:t>
              </a:r>
              <a:r>
                <a:rPr kumimoji="0" lang="en-US" altLang="ko-KR" sz="1400" b="0" i="0" u="none" strike="noStrike" kern="1200" cap="none" spc="-80" normalizeH="0" noProof="0" dirty="0"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</a:t>
              </a:r>
              <a:r>
                <a:rPr kumimoji="0" lang="ko-KR" altLang="en-US" sz="1400" b="0" i="0" u="none" strike="noStrike" kern="1200" cap="none" spc="-80" normalizeH="0" noProof="0" dirty="0"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김포 환승 지원</a:t>
              </a:r>
              <a:endParaRPr kumimoji="0" lang="en-US" altLang="ko-KR" sz="1400" b="0" i="0" u="none" strike="noStrike" kern="1200" cap="none" spc="-80" normalizeH="0" noProof="0" dirty="0"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lang="ko-KR" altLang="en-US" sz="1000" spc="-8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현장 실무 담당자</a:t>
              </a:r>
              <a:endParaRPr lang="en-US" altLang="ko-KR" sz="1000" spc="-8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R="0" lvl="0" algn="l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kumimoji="0" lang="ko-KR" altLang="en-US" sz="1000" b="0" i="0" u="none" strike="noStrike" kern="1200" cap="none" spc="-80" normalizeH="0" noProof="0" dirty="0"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환승 수송</a:t>
              </a:r>
              <a:endParaRPr kumimoji="0" lang="en-US" altLang="ko-KR" sz="1000" b="0" i="0" u="none" strike="noStrike" kern="1200" cap="none" spc="-80" normalizeH="0" noProof="0" dirty="0"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5302140-594F-9E09-99C2-0DD7861BF168}"/>
                </a:ext>
              </a:extLst>
            </p:cNvPr>
            <p:cNvSpPr txBox="1"/>
            <p:nvPr/>
          </p:nvSpPr>
          <p:spPr>
            <a:xfrm>
              <a:off x="3669440" y="4369544"/>
              <a:ext cx="1130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ctr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lang="en-US" altLang="ko-KR" sz="2400" spc="-80" dirty="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56%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D722C0-37F8-5056-E681-013E9B8B1395}"/>
                </a:ext>
              </a:extLst>
            </p:cNvPr>
            <p:cNvSpPr txBox="1"/>
            <p:nvPr/>
          </p:nvSpPr>
          <p:spPr>
            <a:xfrm>
              <a:off x="6063319" y="3549004"/>
              <a:ext cx="1130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ctr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lang="en-US" altLang="ko-KR" spc="-80" dirty="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17%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AF0B0A-1FCC-E453-E913-03732DBB73C6}"/>
                </a:ext>
              </a:extLst>
            </p:cNvPr>
            <p:cNvSpPr txBox="1"/>
            <p:nvPr/>
          </p:nvSpPr>
          <p:spPr>
            <a:xfrm>
              <a:off x="6961716" y="4469943"/>
              <a:ext cx="1130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ctr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lang="en-US" altLang="ko-KR" spc="-80" dirty="0">
                  <a:solidFill>
                    <a:srgbClr val="2D2F93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17%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F97DAB4-5210-CA96-3FD1-8F10993F1395}"/>
                </a:ext>
              </a:extLst>
            </p:cNvPr>
            <p:cNvSpPr txBox="1"/>
            <p:nvPr/>
          </p:nvSpPr>
          <p:spPr>
            <a:xfrm>
              <a:off x="7193476" y="5327511"/>
              <a:ext cx="1130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ctr" defTabSz="78755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324"/>
                </a:spcAft>
                <a:buClrTx/>
                <a:buSzTx/>
                <a:tabLst/>
                <a:defRPr/>
              </a:pPr>
              <a:r>
                <a:rPr lang="en-US" altLang="ko-KR" spc="-80" dirty="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10%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D149619-AFA0-EFE0-0ED9-03CDE0F3F1AB}"/>
              </a:ext>
            </a:extLst>
          </p:cNvPr>
          <p:cNvSpPr txBox="1"/>
          <p:nvPr/>
        </p:nvSpPr>
        <p:spPr>
          <a:xfrm>
            <a:off x="49357" y="233567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반원 그래프</a:t>
            </a:r>
          </a:p>
        </p:txBody>
      </p:sp>
    </p:spTree>
    <p:extLst>
      <p:ext uri="{BB962C8B-B14F-4D97-AF65-F5344CB8AC3E}">
        <p14:creationId xmlns:p14="http://schemas.microsoft.com/office/powerpoint/2010/main" val="3886837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58E6A3-1500-0A62-A08C-8C0416E79B57}"/>
              </a:ext>
            </a:extLst>
          </p:cNvPr>
          <p:cNvSpPr/>
          <p:nvPr/>
        </p:nvSpPr>
        <p:spPr>
          <a:xfrm>
            <a:off x="1307042" y="3300249"/>
            <a:ext cx="660899" cy="257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START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0617D7B-9F08-2EA3-CCD0-E69B642B47A2}"/>
              </a:ext>
            </a:extLst>
          </p:cNvPr>
          <p:cNvCxnSpPr>
            <a:cxnSpLocks/>
          </p:cNvCxnSpPr>
          <p:nvPr/>
        </p:nvCxnSpPr>
        <p:spPr>
          <a:xfrm>
            <a:off x="1967941" y="3428995"/>
            <a:ext cx="8427316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100000">
                  <a:srgbClr val="198754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449834-024D-FFD8-A7AD-62C53F4AC0B5}"/>
              </a:ext>
            </a:extLst>
          </p:cNvPr>
          <p:cNvSpPr/>
          <p:nvPr/>
        </p:nvSpPr>
        <p:spPr>
          <a:xfrm>
            <a:off x="10366406" y="3300245"/>
            <a:ext cx="660899" cy="257501"/>
          </a:xfrm>
          <a:prstGeom prst="rect">
            <a:avLst/>
          </a:prstGeom>
          <a:solidFill>
            <a:srgbClr val="E2001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FINISH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7F2B3C4-E132-8F5B-4921-44B231D9BA62}"/>
              </a:ext>
            </a:extLst>
          </p:cNvPr>
          <p:cNvGrpSpPr/>
          <p:nvPr/>
        </p:nvGrpSpPr>
        <p:grpSpPr>
          <a:xfrm>
            <a:off x="2503835" y="1927211"/>
            <a:ext cx="1101719" cy="1197435"/>
            <a:chOff x="1941534" y="1991667"/>
            <a:chExt cx="864296" cy="939384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FDFC8A96-2638-E8CF-F94F-31771CC4795C}"/>
                </a:ext>
              </a:extLst>
            </p:cNvPr>
            <p:cNvSpPr/>
            <p:nvPr/>
          </p:nvSpPr>
          <p:spPr>
            <a:xfrm>
              <a:off x="1941534" y="1991667"/>
              <a:ext cx="864296" cy="86429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</a:rPr>
                <a:t>1</a:t>
              </a:r>
              <a:endPara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EED7E0CC-D11F-7A54-3FD2-00BCD3820A38}"/>
                </a:ext>
              </a:extLst>
            </p:cNvPr>
            <p:cNvSpPr/>
            <p:nvPr/>
          </p:nvSpPr>
          <p:spPr>
            <a:xfrm flipV="1">
              <a:off x="2255728" y="2695144"/>
              <a:ext cx="235907" cy="235907"/>
            </a:xfrm>
            <a:prstGeom prst="triangl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5A6CA1A7-93FD-9EE0-8FDA-12CE8C565705}"/>
                </a:ext>
              </a:extLst>
            </p:cNvPr>
            <p:cNvSpPr/>
            <p:nvPr/>
          </p:nvSpPr>
          <p:spPr>
            <a:xfrm>
              <a:off x="2021942" y="2072076"/>
              <a:ext cx="703477" cy="703477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D50E53E6-A16E-F656-B261-D72993A2CAC6}"/>
                </a:ext>
              </a:extLst>
            </p:cNvPr>
            <p:cNvSpPr/>
            <p:nvPr/>
          </p:nvSpPr>
          <p:spPr>
            <a:xfrm>
              <a:off x="2021942" y="2072076"/>
              <a:ext cx="703477" cy="703477"/>
            </a:xfrm>
            <a:prstGeom prst="arc">
              <a:avLst>
                <a:gd name="adj1" fmla="val 16200000"/>
                <a:gd name="adj2" fmla="val 21599214"/>
              </a:avLst>
            </a:prstGeom>
            <a:noFill/>
            <a:ln w="44450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284DCD6B-128C-092C-315B-F4D83D4C2EE3}"/>
              </a:ext>
            </a:extLst>
          </p:cNvPr>
          <p:cNvSpPr/>
          <p:nvPr/>
        </p:nvSpPr>
        <p:spPr>
          <a:xfrm>
            <a:off x="3004233" y="3374995"/>
            <a:ext cx="108000" cy="108000"/>
          </a:xfrm>
          <a:prstGeom prst="ellipse">
            <a:avLst/>
          </a:prstGeom>
          <a:solidFill>
            <a:srgbClr val="7B808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2D2B915-FE61-90E3-09B2-8978C95C646C}"/>
              </a:ext>
            </a:extLst>
          </p:cNvPr>
          <p:cNvGrpSpPr/>
          <p:nvPr/>
        </p:nvGrpSpPr>
        <p:grpSpPr>
          <a:xfrm>
            <a:off x="6420884" y="1927211"/>
            <a:ext cx="1101719" cy="1197435"/>
            <a:chOff x="1941534" y="1991667"/>
            <a:chExt cx="864296" cy="93938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70E69B4-E976-D458-DF9E-BAB8DD5439CF}"/>
                </a:ext>
              </a:extLst>
            </p:cNvPr>
            <p:cNvSpPr/>
            <p:nvPr/>
          </p:nvSpPr>
          <p:spPr>
            <a:xfrm>
              <a:off x="1941534" y="1991667"/>
              <a:ext cx="864296" cy="86429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</a:rPr>
                <a:t>3</a:t>
              </a:r>
              <a:endPara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3" name="이등변 삼각형 12">
              <a:extLst>
                <a:ext uri="{FF2B5EF4-FFF2-40B4-BE49-F238E27FC236}">
                  <a16:creationId xmlns:a16="http://schemas.microsoft.com/office/drawing/2014/main" id="{7EAC380D-DC99-3851-73AA-9D31DFF55B32}"/>
                </a:ext>
              </a:extLst>
            </p:cNvPr>
            <p:cNvSpPr/>
            <p:nvPr/>
          </p:nvSpPr>
          <p:spPr>
            <a:xfrm flipV="1">
              <a:off x="2255728" y="2695144"/>
              <a:ext cx="235907" cy="235907"/>
            </a:xfrm>
            <a:prstGeom prst="triangl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FB57EE6-053C-82A9-0574-C89660EB7C2C}"/>
                </a:ext>
              </a:extLst>
            </p:cNvPr>
            <p:cNvSpPr/>
            <p:nvPr/>
          </p:nvSpPr>
          <p:spPr>
            <a:xfrm>
              <a:off x="2021942" y="2072076"/>
              <a:ext cx="703477" cy="703477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5" name="원호 14">
              <a:extLst>
                <a:ext uri="{FF2B5EF4-FFF2-40B4-BE49-F238E27FC236}">
                  <a16:creationId xmlns:a16="http://schemas.microsoft.com/office/drawing/2014/main" id="{91B9DDF1-EC89-C93A-9A23-ABE50E1783D3}"/>
                </a:ext>
              </a:extLst>
            </p:cNvPr>
            <p:cNvSpPr/>
            <p:nvPr/>
          </p:nvSpPr>
          <p:spPr>
            <a:xfrm>
              <a:off x="2021942" y="2072076"/>
              <a:ext cx="703477" cy="703477"/>
            </a:xfrm>
            <a:prstGeom prst="arc">
              <a:avLst>
                <a:gd name="adj1" fmla="val 16200000"/>
                <a:gd name="adj2" fmla="val 10673066"/>
              </a:avLst>
            </a:prstGeom>
            <a:noFill/>
            <a:ln w="44450" cap="rnd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16" name="타원 15">
            <a:extLst>
              <a:ext uri="{FF2B5EF4-FFF2-40B4-BE49-F238E27FC236}">
                <a16:creationId xmlns:a16="http://schemas.microsoft.com/office/drawing/2014/main" id="{B2F8B20A-3546-99CB-89FD-2DD751C82698}"/>
              </a:ext>
            </a:extLst>
          </p:cNvPr>
          <p:cNvSpPr/>
          <p:nvPr/>
        </p:nvSpPr>
        <p:spPr>
          <a:xfrm>
            <a:off x="6921281" y="3374995"/>
            <a:ext cx="108000" cy="108000"/>
          </a:xfrm>
          <a:prstGeom prst="ellipse">
            <a:avLst/>
          </a:prstGeom>
          <a:solidFill>
            <a:srgbClr val="7B808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70812E7-9CBD-9E60-0ACA-4E388E08D148}"/>
              </a:ext>
            </a:extLst>
          </p:cNvPr>
          <p:cNvGrpSpPr/>
          <p:nvPr/>
        </p:nvGrpSpPr>
        <p:grpSpPr>
          <a:xfrm>
            <a:off x="4233051" y="3728946"/>
            <a:ext cx="1101719" cy="1201845"/>
            <a:chOff x="1941534" y="1913120"/>
            <a:chExt cx="864296" cy="942843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8777DEC-03ED-ACE7-18F6-EDBB3830D1CC}"/>
                </a:ext>
              </a:extLst>
            </p:cNvPr>
            <p:cNvSpPr/>
            <p:nvPr/>
          </p:nvSpPr>
          <p:spPr>
            <a:xfrm>
              <a:off x="1941534" y="1991667"/>
              <a:ext cx="864296" cy="86429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</a:rPr>
                <a:t>2</a:t>
              </a:r>
              <a:endPara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988A9B47-AB5A-CEAD-6381-505150DCEF55}"/>
                </a:ext>
              </a:extLst>
            </p:cNvPr>
            <p:cNvSpPr/>
            <p:nvPr/>
          </p:nvSpPr>
          <p:spPr>
            <a:xfrm rot="10800000" flipV="1">
              <a:off x="2255729" y="1913120"/>
              <a:ext cx="235907" cy="235907"/>
            </a:xfrm>
            <a:prstGeom prst="triangl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ECDA1B8-6115-9641-E38B-1165730A1D2F}"/>
                </a:ext>
              </a:extLst>
            </p:cNvPr>
            <p:cNvSpPr/>
            <p:nvPr/>
          </p:nvSpPr>
          <p:spPr>
            <a:xfrm>
              <a:off x="2021942" y="2072076"/>
              <a:ext cx="703477" cy="703477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1" name="원호 20">
              <a:extLst>
                <a:ext uri="{FF2B5EF4-FFF2-40B4-BE49-F238E27FC236}">
                  <a16:creationId xmlns:a16="http://schemas.microsoft.com/office/drawing/2014/main" id="{B7850EAC-A7C7-1279-B21E-C9BA0505554F}"/>
                </a:ext>
              </a:extLst>
            </p:cNvPr>
            <p:cNvSpPr/>
            <p:nvPr/>
          </p:nvSpPr>
          <p:spPr>
            <a:xfrm>
              <a:off x="2021942" y="2072076"/>
              <a:ext cx="703477" cy="703477"/>
            </a:xfrm>
            <a:prstGeom prst="arc">
              <a:avLst>
                <a:gd name="adj1" fmla="val 16200000"/>
                <a:gd name="adj2" fmla="val 5260299"/>
              </a:avLst>
            </a:prstGeom>
            <a:noFill/>
            <a:ln w="44450" cap="rnd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22" name="타원 21">
            <a:extLst>
              <a:ext uri="{FF2B5EF4-FFF2-40B4-BE49-F238E27FC236}">
                <a16:creationId xmlns:a16="http://schemas.microsoft.com/office/drawing/2014/main" id="{25610868-9564-FBBF-8DAC-6E56F35CCCC2}"/>
              </a:ext>
            </a:extLst>
          </p:cNvPr>
          <p:cNvSpPr/>
          <p:nvPr/>
        </p:nvSpPr>
        <p:spPr>
          <a:xfrm>
            <a:off x="4733448" y="3374995"/>
            <a:ext cx="108000" cy="108000"/>
          </a:xfrm>
          <a:prstGeom prst="ellipse">
            <a:avLst/>
          </a:prstGeom>
          <a:solidFill>
            <a:srgbClr val="7B808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F380C34-5734-D396-9D4E-CA1FD1BDC469}"/>
              </a:ext>
            </a:extLst>
          </p:cNvPr>
          <p:cNvGrpSpPr/>
          <p:nvPr/>
        </p:nvGrpSpPr>
        <p:grpSpPr>
          <a:xfrm>
            <a:off x="8449921" y="3728946"/>
            <a:ext cx="1101719" cy="1201845"/>
            <a:chOff x="1941534" y="1913120"/>
            <a:chExt cx="864296" cy="942843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3E71944F-615A-B18B-4376-ACD051118CBA}"/>
                </a:ext>
              </a:extLst>
            </p:cNvPr>
            <p:cNvSpPr/>
            <p:nvPr/>
          </p:nvSpPr>
          <p:spPr>
            <a:xfrm>
              <a:off x="1941534" y="1991667"/>
              <a:ext cx="864296" cy="86429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</a:rPr>
                <a:t>4</a:t>
              </a:r>
              <a:endPara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5" name="이등변 삼각형 24">
              <a:extLst>
                <a:ext uri="{FF2B5EF4-FFF2-40B4-BE49-F238E27FC236}">
                  <a16:creationId xmlns:a16="http://schemas.microsoft.com/office/drawing/2014/main" id="{C21E987D-6C07-D931-78D1-1B8BB475F9FD}"/>
                </a:ext>
              </a:extLst>
            </p:cNvPr>
            <p:cNvSpPr/>
            <p:nvPr/>
          </p:nvSpPr>
          <p:spPr>
            <a:xfrm rot="10800000" flipV="1">
              <a:off x="2255729" y="1913120"/>
              <a:ext cx="235907" cy="235907"/>
            </a:xfrm>
            <a:prstGeom prst="triangl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BE0321F-4745-243A-DFC1-F07449542B69}"/>
                </a:ext>
              </a:extLst>
            </p:cNvPr>
            <p:cNvSpPr/>
            <p:nvPr/>
          </p:nvSpPr>
          <p:spPr>
            <a:xfrm>
              <a:off x="2021942" y="2072076"/>
              <a:ext cx="703477" cy="703477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7" name="원호 26">
              <a:extLst>
                <a:ext uri="{FF2B5EF4-FFF2-40B4-BE49-F238E27FC236}">
                  <a16:creationId xmlns:a16="http://schemas.microsoft.com/office/drawing/2014/main" id="{BCE0A7D5-0339-8410-742A-24FCA102F68A}"/>
                </a:ext>
              </a:extLst>
            </p:cNvPr>
            <p:cNvSpPr/>
            <p:nvPr/>
          </p:nvSpPr>
          <p:spPr>
            <a:xfrm>
              <a:off x="2021942" y="2072076"/>
              <a:ext cx="703477" cy="703477"/>
            </a:xfrm>
            <a:prstGeom prst="arc">
              <a:avLst>
                <a:gd name="adj1" fmla="val 16200000"/>
                <a:gd name="adj2" fmla="val 15359498"/>
              </a:avLst>
            </a:prstGeom>
            <a:noFill/>
            <a:ln w="44450" cap="rnd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28" name="타원 27">
            <a:extLst>
              <a:ext uri="{FF2B5EF4-FFF2-40B4-BE49-F238E27FC236}">
                <a16:creationId xmlns:a16="http://schemas.microsoft.com/office/drawing/2014/main" id="{6EE4FDEB-4369-B208-428A-483AA322B734}"/>
              </a:ext>
            </a:extLst>
          </p:cNvPr>
          <p:cNvSpPr/>
          <p:nvPr/>
        </p:nvSpPr>
        <p:spPr>
          <a:xfrm>
            <a:off x="8950320" y="3374995"/>
            <a:ext cx="108000" cy="108000"/>
          </a:xfrm>
          <a:prstGeom prst="ellipse">
            <a:avLst/>
          </a:prstGeom>
          <a:solidFill>
            <a:srgbClr val="7B808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852501B-F45B-B11B-1AA3-B8899D67A310}"/>
              </a:ext>
            </a:extLst>
          </p:cNvPr>
          <p:cNvSpPr/>
          <p:nvPr/>
        </p:nvSpPr>
        <p:spPr>
          <a:xfrm>
            <a:off x="2477460" y="4275609"/>
            <a:ext cx="1777822" cy="1674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lang="ko-KR" altLang="en-US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공항인력 선발</a:t>
            </a:r>
            <a:endParaRPr lang="en-US" altLang="ko-KR" sz="1100" spc="-5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영접 인력 선발 및 교육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endParaRPr lang="en-US" altLang="ko-KR" sz="50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사전 준비</a:t>
            </a:r>
            <a:endParaRPr lang="en-US" altLang="ko-KR" sz="1100" spc="-5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전문기사 최종 선발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행사장 승</a:t>
            </a:r>
            <a:r>
              <a:rPr lang="en-US" altLang="ko-KR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하차 및 대기공간 확보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 err="1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랩핑</a:t>
            </a: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작업 진행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상세 교육계획 확정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6FB2CCF-F6A0-9CD1-1D8A-854DCA2BB3FC}"/>
              </a:ext>
            </a:extLst>
          </p:cNvPr>
          <p:cNvSpPr/>
          <p:nvPr/>
        </p:nvSpPr>
        <p:spPr>
          <a:xfrm>
            <a:off x="3605550" y="1598978"/>
            <a:ext cx="1728970" cy="1318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운행기사 선발</a:t>
            </a:r>
            <a:endParaRPr lang="en-US" altLang="ko-KR" sz="1100" spc="-5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전문 기사 선발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1050" spc="-50" dirty="0" err="1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안내데스트</a:t>
            </a: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운영인력 선발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105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행정 처리</a:t>
            </a:r>
            <a:endParaRPr lang="en-US" altLang="ko-KR" sz="1050" spc="-5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100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보험 가입 및 교육 준비</a:t>
            </a:r>
            <a:endParaRPr lang="en-US" altLang="ko-KR" sz="100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046D480-EFF9-2FCD-58AA-1DB264D4E729}"/>
              </a:ext>
            </a:extLst>
          </p:cNvPr>
          <p:cNvSpPr/>
          <p:nvPr/>
        </p:nvSpPr>
        <p:spPr>
          <a:xfrm>
            <a:off x="2335367" y="1622858"/>
            <a:ext cx="14386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A3EB91C-F3AD-E50A-3975-9919016669CF}"/>
              </a:ext>
            </a:extLst>
          </p:cNvPr>
          <p:cNvSpPr/>
          <p:nvPr/>
        </p:nvSpPr>
        <p:spPr>
          <a:xfrm>
            <a:off x="4335545" y="4930791"/>
            <a:ext cx="8967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E6329B4-BC4B-AFD3-D24F-D1E8BB5446AC}"/>
              </a:ext>
            </a:extLst>
          </p:cNvPr>
          <p:cNvSpPr/>
          <p:nvPr/>
        </p:nvSpPr>
        <p:spPr>
          <a:xfrm>
            <a:off x="8552416" y="4930791"/>
            <a:ext cx="8967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9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976AE3D-D5ED-4BEE-2B99-B774D3CDC43A}"/>
              </a:ext>
            </a:extLst>
          </p:cNvPr>
          <p:cNvSpPr/>
          <p:nvPr/>
        </p:nvSpPr>
        <p:spPr>
          <a:xfrm>
            <a:off x="6523381" y="1438192"/>
            <a:ext cx="896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9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1~2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주차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167FD5-9D81-9039-57C1-5E73862A485F}"/>
              </a:ext>
            </a:extLst>
          </p:cNvPr>
          <p:cNvSpPr/>
          <p:nvPr/>
        </p:nvSpPr>
        <p:spPr>
          <a:xfrm>
            <a:off x="7522598" y="1242471"/>
            <a:ext cx="2467845" cy="1674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사전 준비 </a:t>
            </a:r>
            <a:r>
              <a:rPr lang="en-US" altLang="ko-KR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상세</a:t>
            </a:r>
            <a:r>
              <a:rPr lang="en-US" altLang="ko-KR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en-US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확정</a:t>
            </a:r>
            <a:r>
              <a:rPr lang="en-US" altLang="ko-KR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</a:p>
          <a:p>
            <a:pPr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주유소 및 충전소 확인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차량 인수 및 관리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상황실 조성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전담 인력 교육 및 오리엔테이션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endParaRPr lang="en-US" altLang="ko-KR" sz="50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의전 대상 확정</a:t>
            </a:r>
            <a:endParaRPr lang="en-US" altLang="ko-KR" sz="1100" spc="-5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의전 신청 마감 및 변경 대응</a:t>
            </a:r>
            <a:endParaRPr lang="ko-KR" altLang="en-US" sz="70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824A1B5-9BD0-90DC-6E7E-A4502CA47697}"/>
              </a:ext>
            </a:extLst>
          </p:cNvPr>
          <p:cNvSpPr/>
          <p:nvPr/>
        </p:nvSpPr>
        <p:spPr>
          <a:xfrm>
            <a:off x="6155131" y="4275609"/>
            <a:ext cx="2275436" cy="1326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lang="ko-KR" altLang="en-US" sz="1100" spc="-5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행사 운영</a:t>
            </a:r>
            <a:endParaRPr lang="en-US" altLang="ko-KR" sz="1100" spc="-5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개</a:t>
            </a:r>
            <a:r>
              <a:rPr lang="en-US" altLang="ko-KR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폐막식 및 행사의전 운영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공항 안내데스크 운영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차량 순차적 반납 개시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차량 정비 및 안전 관리 지속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상황실 상시 순영</a:t>
            </a:r>
            <a:endParaRPr lang="en-US" altLang="ko-KR" sz="1050" spc="-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E74916-6996-21B8-4DF1-08B68701DDF2}"/>
              </a:ext>
            </a:extLst>
          </p:cNvPr>
          <p:cNvSpPr/>
          <p:nvPr/>
        </p:nvSpPr>
        <p:spPr>
          <a:xfrm>
            <a:off x="9847364" y="4035440"/>
            <a:ext cx="1179942" cy="1326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lang="ko-KR" altLang="en-US" sz="1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종료</a:t>
            </a:r>
            <a:endParaRPr lang="en-US" altLang="ko-KR" sz="11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의전 운영 종료</a:t>
            </a:r>
            <a:endParaRPr lang="en-US" altLang="ko-KR" sz="10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차량 반납</a:t>
            </a:r>
            <a:endParaRPr lang="en-US" altLang="ko-KR" sz="10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상황실 철수</a:t>
            </a:r>
            <a:endParaRPr lang="en-US" altLang="ko-KR" sz="10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정산</a:t>
            </a:r>
            <a:endParaRPr lang="en-US" altLang="ko-KR" sz="10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r">
              <a:spcAft>
                <a:spcPts val="400"/>
              </a:spcAft>
            </a:pPr>
            <a:r>
              <a:rPr lang="ko-KR" altLang="en-US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결과보고서 제출</a:t>
            </a:r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759171B-89D8-E04F-B16D-9CB5B4454566}"/>
              </a:ext>
            </a:extLst>
          </p:cNvPr>
          <p:cNvCxnSpPr>
            <a:cxnSpLocks/>
          </p:cNvCxnSpPr>
          <p:nvPr/>
        </p:nvCxnSpPr>
        <p:spPr>
          <a:xfrm>
            <a:off x="11005876" y="3314531"/>
            <a:ext cx="0" cy="2018734"/>
          </a:xfrm>
          <a:prstGeom prst="line">
            <a:avLst/>
          </a:prstGeom>
          <a:ln w="19050">
            <a:solidFill>
              <a:srgbClr val="E200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F7C9AA4-2F55-6510-3C7D-4A2237FD21F8}"/>
              </a:ext>
            </a:extLst>
          </p:cNvPr>
          <p:cNvCxnSpPr>
            <a:cxnSpLocks/>
          </p:cNvCxnSpPr>
          <p:nvPr/>
        </p:nvCxnSpPr>
        <p:spPr>
          <a:xfrm>
            <a:off x="1318947" y="3482995"/>
            <a:ext cx="0" cy="19121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4FD647-607C-6F4F-BD98-D98B351FEA62}"/>
              </a:ext>
            </a:extLst>
          </p:cNvPr>
          <p:cNvSpPr/>
          <p:nvPr/>
        </p:nvSpPr>
        <p:spPr>
          <a:xfrm>
            <a:off x="1307042" y="4035440"/>
            <a:ext cx="1101718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sz="1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계약</a:t>
            </a:r>
          </a:p>
          <a:p>
            <a:pPr>
              <a:spcAft>
                <a:spcPts val="400"/>
              </a:spcAft>
            </a:pPr>
            <a:r>
              <a:rPr lang="ko-KR" altLang="en-US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최초 협의</a:t>
            </a:r>
            <a:endParaRPr lang="en-US" altLang="ko-KR" sz="10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endParaRPr lang="en-US" altLang="ko-KR" sz="105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9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운영계획 수립</a:t>
            </a:r>
            <a:endParaRPr lang="en-US" altLang="ko-KR" sz="9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과업내용 확정</a:t>
            </a:r>
            <a:endParaRPr lang="en-US" altLang="ko-KR" sz="80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상세 실행계획 수립</a:t>
            </a:r>
            <a:endParaRPr lang="en-US" altLang="ko-KR" sz="80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교육 전략 수립</a:t>
            </a:r>
            <a:endParaRPr lang="en-US" altLang="ko-KR" sz="800" dirty="0"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FD9D5AE-246B-9DBF-1194-F3B1ABEF813B}"/>
              </a:ext>
            </a:extLst>
          </p:cNvPr>
          <p:cNvSpPr/>
          <p:nvPr/>
        </p:nvSpPr>
        <p:spPr>
          <a:xfrm>
            <a:off x="9973331" y="3076010"/>
            <a:ext cx="106379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종료 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후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14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 내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2BD2B86-51CD-C324-43C3-09679E6E72AC}"/>
              </a:ext>
            </a:extLst>
          </p:cNvPr>
          <p:cNvGrpSpPr/>
          <p:nvPr/>
        </p:nvGrpSpPr>
        <p:grpSpPr>
          <a:xfrm>
            <a:off x="1226212" y="887889"/>
            <a:ext cx="4740143" cy="221018"/>
            <a:chOff x="404945" y="1302307"/>
            <a:chExt cx="4740143" cy="22101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30A4D44-56CA-25FC-F95B-3C536F02B2B2}"/>
                </a:ext>
              </a:extLst>
            </p:cNvPr>
            <p:cNvSpPr txBox="1"/>
            <p:nvPr/>
          </p:nvSpPr>
          <p:spPr>
            <a:xfrm>
              <a:off x="508000" y="1302307"/>
              <a:ext cx="4637088" cy="221018"/>
            </a:xfrm>
            <a:prstGeom prst="rect">
              <a:avLst/>
            </a:prstGeom>
            <a:noFill/>
          </p:spPr>
          <p:txBody>
            <a:bodyPr wrap="square" lIns="36000" tIns="18000" rIns="36000" bIns="18000" rtlCol="0">
              <a:spAutoFit/>
            </a:bodyPr>
            <a:lstStyle/>
            <a:p>
              <a:pPr>
                <a:spcAft>
                  <a:spcPts val="1000"/>
                </a:spcAft>
                <a:buClr>
                  <a:srgbClr val="FBAE40"/>
                </a:buClr>
                <a:buSzPct val="100000"/>
              </a:pPr>
              <a:r>
                <a:rPr lang="ko-KR" altLang="en-US" sz="1200" dirty="0"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사업 일정 </a:t>
              </a:r>
              <a:r>
                <a:rPr lang="en-US" altLang="ko-KR" sz="1200" dirty="0"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(</a:t>
              </a:r>
              <a:r>
                <a:rPr lang="ko-KR" altLang="en-US" sz="1200" dirty="0"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전체 기간</a:t>
              </a:r>
              <a:r>
                <a:rPr lang="en-US" altLang="ko-KR" sz="1200" dirty="0"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)</a:t>
              </a:r>
              <a:endParaRPr lang="ko-KR" altLang="en-US" sz="1200" dirty="0">
                <a:latin typeface="Pretendard SemiBold" panose="02000703000000020004" pitchFamily="50" charset="-127"/>
                <a:ea typeface="Pretendard SemiBold" panose="02000703000000020004" pitchFamily="50" charset="-127"/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34EAC57B-BCCA-851C-F923-B599CABE3D24}"/>
                </a:ext>
              </a:extLst>
            </p:cNvPr>
            <p:cNvSpPr/>
            <p:nvPr/>
          </p:nvSpPr>
          <p:spPr>
            <a:xfrm>
              <a:off x="404945" y="1367705"/>
              <a:ext cx="90222" cy="90222"/>
            </a:xfrm>
            <a:prstGeom prst="roundRect">
              <a:avLst>
                <a:gd name="adj" fmla="val 50000"/>
              </a:avLst>
            </a:prstGeom>
            <a:solidFill>
              <a:srgbClr val="E200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535D71B-FFF5-F1A0-DCD7-D598AB15F49D}"/>
              </a:ext>
            </a:extLst>
          </p:cNvPr>
          <p:cNvSpPr txBox="1"/>
          <p:nvPr/>
        </p:nvSpPr>
        <p:spPr>
          <a:xfrm>
            <a:off x="49357" y="233567"/>
            <a:ext cx="1316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타임라인 디자인</a:t>
            </a:r>
          </a:p>
        </p:txBody>
      </p:sp>
    </p:spTree>
    <p:extLst>
      <p:ext uri="{BB962C8B-B14F-4D97-AF65-F5344CB8AC3E}">
        <p14:creationId xmlns:p14="http://schemas.microsoft.com/office/powerpoint/2010/main" val="554539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1D4EF6-6BC9-7522-0796-76845788CCDB}"/>
              </a:ext>
            </a:extLst>
          </p:cNvPr>
          <p:cNvSpPr txBox="1"/>
          <p:nvPr/>
        </p:nvSpPr>
        <p:spPr>
          <a:xfrm>
            <a:off x="2312292" y="5847645"/>
            <a:ext cx="8048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ko-KR" sz="1000" spc="-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※ </a:t>
            </a:r>
            <a:r>
              <a:rPr lang="ko-KR" altLang="en-US" sz="1000" spc="-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운영인력은 유사 경력 </a:t>
            </a:r>
            <a:r>
              <a:rPr lang="en-US" altLang="ko-KR" sz="1000" spc="-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1000" spc="-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이상자로 배정하며 인력 공백 시 즉시 대체</a:t>
            </a:r>
          </a:p>
        </p:txBody>
      </p:sp>
      <p:pic>
        <p:nvPicPr>
          <p:cNvPr id="6" name="Picture 10" descr="shadow">
            <a:extLst>
              <a:ext uri="{FF2B5EF4-FFF2-40B4-BE49-F238E27FC236}">
                <a16:creationId xmlns:a16="http://schemas.microsoft.com/office/drawing/2014/main" id="{1D7C299B-A133-CF0B-A678-F5424DA87727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6498454" y="-2514188"/>
            <a:ext cx="1295422" cy="8462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모서리가 둥근 직사각형 44">
            <a:extLst>
              <a:ext uri="{FF2B5EF4-FFF2-40B4-BE49-F238E27FC236}">
                <a16:creationId xmlns:a16="http://schemas.microsoft.com/office/drawing/2014/main" id="{D7D204EF-C108-CB39-4F5E-D957BDEF20FC}"/>
              </a:ext>
            </a:extLst>
          </p:cNvPr>
          <p:cNvSpPr/>
          <p:nvPr/>
        </p:nvSpPr>
        <p:spPr>
          <a:xfrm>
            <a:off x="3241491" y="2531803"/>
            <a:ext cx="7660584" cy="1332728"/>
          </a:xfrm>
          <a:prstGeom prst="roundRect">
            <a:avLst>
              <a:gd name="adj" fmla="val 1114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43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B6D9DBD-EC75-2312-DD56-793A0DBE5938}"/>
              </a:ext>
            </a:extLst>
          </p:cNvPr>
          <p:cNvGrpSpPr/>
          <p:nvPr/>
        </p:nvGrpSpPr>
        <p:grpSpPr>
          <a:xfrm>
            <a:off x="1623832" y="1069552"/>
            <a:ext cx="1295428" cy="1295422"/>
            <a:chOff x="868007" y="4015942"/>
            <a:chExt cx="1976417" cy="1976417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2DF452D-D54E-E936-4682-2F2E33C22FE5}"/>
                </a:ext>
              </a:extLst>
            </p:cNvPr>
            <p:cNvSpPr/>
            <p:nvPr/>
          </p:nvSpPr>
          <p:spPr>
            <a:xfrm>
              <a:off x="868007" y="4015942"/>
              <a:ext cx="1976417" cy="1976417"/>
            </a:xfrm>
            <a:prstGeom prst="ellipse">
              <a:avLst/>
            </a:prstGeom>
            <a:solidFill>
              <a:srgbClr val="A7BE5F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DBF5BE8-CA17-5460-38B5-78ECB8F29FCC}"/>
                </a:ext>
              </a:extLst>
            </p:cNvPr>
            <p:cNvSpPr/>
            <p:nvPr/>
          </p:nvSpPr>
          <p:spPr>
            <a:xfrm>
              <a:off x="1036644" y="4200978"/>
              <a:ext cx="1639142" cy="1606344"/>
            </a:xfrm>
            <a:prstGeom prst="ellipse">
              <a:avLst/>
            </a:prstGeom>
            <a:solidFill>
              <a:schemeClr val="bg1">
                <a:alpha val="95000"/>
              </a:schemeClr>
            </a:solidFill>
            <a:ln w="63500">
              <a:gradFill>
                <a:gsLst>
                  <a:gs pos="0">
                    <a:srgbClr val="1D277A"/>
                  </a:gs>
                  <a:gs pos="100000">
                    <a:srgbClr val="C62C26"/>
                  </a:gs>
                </a:gsLst>
                <a:lin ang="5400000" scaled="1"/>
              </a:gradFill>
              <a:miter lim="800000"/>
              <a:headEnd/>
              <a:tailEnd/>
            </a:ln>
            <a:effectLst>
              <a:outerShdw blurRad="63500" algn="ctr" rotWithShape="0">
                <a:srgbClr val="A7BE5F">
                  <a:alpha val="40000"/>
                </a:srgbClr>
              </a:outerShdw>
            </a:effec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493037-4398-766A-FC2B-AD0074595CBF}"/>
              </a:ext>
            </a:extLst>
          </p:cNvPr>
          <p:cNvSpPr/>
          <p:nvPr/>
        </p:nvSpPr>
        <p:spPr>
          <a:xfrm>
            <a:off x="4114802" y="1217126"/>
            <a:ext cx="6104887" cy="1000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5046" indent="-185046">
              <a:spcAft>
                <a:spcPts val="600"/>
              </a:spcAft>
              <a:buFont typeface="Arial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주최측과 상시 연락 체계 구축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	( 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상황실에 상주하는 전담 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PM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과 상시 소통 진행 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 marL="185046" indent="-185046">
              <a:spcAft>
                <a:spcPts val="600"/>
              </a:spcAft>
              <a:buFont typeface="Arial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사전 준비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자원 공급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수송 진행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사후 관리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 협조 등 모든 상황을 통제하고 보고</a:t>
            </a:r>
          </a:p>
          <a:p>
            <a:pPr marL="185046" indent="-185046">
              <a:spcAft>
                <a:spcPts val="600"/>
              </a:spcAft>
              <a:buFont typeface="Arial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돌발 상황 발생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,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 사전에 협의된 내용에서 벗어난 요청 발생 시 즉시 보고</a:t>
            </a:r>
          </a:p>
          <a:p>
            <a:pPr marL="185046" indent="-185046">
              <a:spcAft>
                <a:spcPts val="600"/>
              </a:spcAft>
              <a:buFont typeface="Arial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</a:rPr>
              <a:t>기타 운영 관련 특이 사항과 현장에서 결정이 필요한 사항 발생 시 보고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4ED2E8-4409-4213-4787-F3D65160B0C5}"/>
              </a:ext>
            </a:extLst>
          </p:cNvPr>
          <p:cNvSpPr txBox="1"/>
          <p:nvPr/>
        </p:nvSpPr>
        <p:spPr>
          <a:xfrm>
            <a:off x="1823347" y="1424876"/>
            <a:ext cx="8963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사업총괄</a:t>
            </a:r>
            <a:endParaRPr lang="en-US" altLang="ko-KR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1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&amp;PM</a:t>
            </a:r>
            <a:endParaRPr lang="ko-KR" alt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0D5381C-8886-5F48-F379-12EA7A4841D0}"/>
              </a:ext>
            </a:extLst>
          </p:cNvPr>
          <p:cNvGrpSpPr/>
          <p:nvPr/>
        </p:nvGrpSpPr>
        <p:grpSpPr>
          <a:xfrm>
            <a:off x="1653373" y="2579997"/>
            <a:ext cx="1236344" cy="1236341"/>
            <a:chOff x="868007" y="4015942"/>
            <a:chExt cx="1976417" cy="1976417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F9A2E21-14E7-1DFC-B05C-728E1E966345}"/>
                </a:ext>
              </a:extLst>
            </p:cNvPr>
            <p:cNvSpPr/>
            <p:nvPr/>
          </p:nvSpPr>
          <p:spPr>
            <a:xfrm>
              <a:off x="868007" y="4015942"/>
              <a:ext cx="1976417" cy="1976417"/>
            </a:xfrm>
            <a:prstGeom prst="ellipse">
              <a:avLst/>
            </a:prstGeom>
            <a:solidFill>
              <a:srgbClr val="A7BE5F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3D5E3FD-FE2A-CEF3-3F8D-DD6E36ADDE2C}"/>
                </a:ext>
              </a:extLst>
            </p:cNvPr>
            <p:cNvSpPr/>
            <p:nvPr/>
          </p:nvSpPr>
          <p:spPr>
            <a:xfrm>
              <a:off x="1036644" y="4200978"/>
              <a:ext cx="1639142" cy="1606344"/>
            </a:xfrm>
            <a:prstGeom prst="ellipse">
              <a:avLst/>
            </a:prstGeom>
            <a:solidFill>
              <a:schemeClr val="bg1">
                <a:alpha val="95000"/>
              </a:schemeClr>
            </a:solidFill>
            <a:ln w="63500">
              <a:solidFill>
                <a:srgbClr val="FF9021"/>
              </a:solidFill>
              <a:miter lim="800000"/>
              <a:headEnd/>
              <a:tailEnd/>
            </a:ln>
            <a:effectLst>
              <a:outerShdw blurRad="63500" algn="ctr" rotWithShape="0">
                <a:srgbClr val="A7BE5F">
                  <a:alpha val="40000"/>
                </a:srgbClr>
              </a:outerShdw>
            </a:effec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23A8636-B62A-5202-B870-1A5B8BA68250}"/>
              </a:ext>
            </a:extLst>
          </p:cNvPr>
          <p:cNvSpPr txBox="1"/>
          <p:nvPr/>
        </p:nvSpPr>
        <p:spPr>
          <a:xfrm>
            <a:off x="1846589" y="3059668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수송상황실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A723B71-F7A9-A32D-9E3A-33029E1BFE06}"/>
              </a:ext>
            </a:extLst>
          </p:cNvPr>
          <p:cNvGrpSpPr/>
          <p:nvPr/>
        </p:nvGrpSpPr>
        <p:grpSpPr>
          <a:xfrm>
            <a:off x="3650689" y="2579997"/>
            <a:ext cx="1236344" cy="1236341"/>
            <a:chOff x="868007" y="4015942"/>
            <a:chExt cx="1976417" cy="1976417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B92730A-6802-BF20-6C86-9D6B9FE42DD9}"/>
                </a:ext>
              </a:extLst>
            </p:cNvPr>
            <p:cNvSpPr/>
            <p:nvPr/>
          </p:nvSpPr>
          <p:spPr>
            <a:xfrm>
              <a:off x="868007" y="4015942"/>
              <a:ext cx="1976417" cy="1976417"/>
            </a:xfrm>
            <a:prstGeom prst="ellipse">
              <a:avLst/>
            </a:prstGeom>
            <a:solidFill>
              <a:srgbClr val="A7BE5F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1AA2CA7-EF1C-6848-AE8A-2AF934B23070}"/>
                </a:ext>
              </a:extLst>
            </p:cNvPr>
            <p:cNvSpPr/>
            <p:nvPr/>
          </p:nvSpPr>
          <p:spPr>
            <a:xfrm>
              <a:off x="1036644" y="4200978"/>
              <a:ext cx="1639142" cy="1606344"/>
            </a:xfrm>
            <a:prstGeom prst="ellipse">
              <a:avLst/>
            </a:prstGeom>
            <a:solidFill>
              <a:schemeClr val="bg1">
                <a:alpha val="95000"/>
              </a:schemeClr>
            </a:solidFill>
            <a:ln w="63500">
              <a:solidFill>
                <a:srgbClr val="009999"/>
              </a:solidFill>
              <a:miter lim="800000"/>
              <a:headEnd/>
              <a:tailEnd/>
            </a:ln>
            <a:effectLst>
              <a:outerShdw blurRad="63500" algn="ctr" rotWithShape="0">
                <a:srgbClr val="A7BE5F">
                  <a:alpha val="40000"/>
                </a:srgbClr>
              </a:outerShdw>
            </a:effec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4FD3999-5DAE-41BD-E13A-EF73F8413FAE}"/>
              </a:ext>
            </a:extLst>
          </p:cNvPr>
          <p:cNvGrpSpPr/>
          <p:nvPr/>
        </p:nvGrpSpPr>
        <p:grpSpPr>
          <a:xfrm>
            <a:off x="5216304" y="2579997"/>
            <a:ext cx="1236344" cy="1236341"/>
            <a:chOff x="868007" y="4015942"/>
            <a:chExt cx="1976417" cy="1976417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52995F1-AD7C-BB5E-E6C6-0823EF6AC91E}"/>
                </a:ext>
              </a:extLst>
            </p:cNvPr>
            <p:cNvSpPr/>
            <p:nvPr/>
          </p:nvSpPr>
          <p:spPr>
            <a:xfrm>
              <a:off x="868007" y="4015942"/>
              <a:ext cx="1976417" cy="1976417"/>
            </a:xfrm>
            <a:prstGeom prst="ellipse">
              <a:avLst/>
            </a:prstGeom>
            <a:solidFill>
              <a:srgbClr val="A7BE5F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97057F0-A938-5887-B2A7-97A12B4D4BBF}"/>
                </a:ext>
              </a:extLst>
            </p:cNvPr>
            <p:cNvSpPr/>
            <p:nvPr/>
          </p:nvSpPr>
          <p:spPr>
            <a:xfrm>
              <a:off x="1036644" y="4200978"/>
              <a:ext cx="1639142" cy="1606344"/>
            </a:xfrm>
            <a:prstGeom prst="ellipse">
              <a:avLst/>
            </a:prstGeom>
            <a:solidFill>
              <a:schemeClr val="bg1">
                <a:alpha val="95000"/>
              </a:schemeClr>
            </a:solidFill>
            <a:ln w="63500">
              <a:solidFill>
                <a:srgbClr val="4164D3"/>
              </a:solidFill>
              <a:miter lim="800000"/>
              <a:headEnd/>
              <a:tailEnd/>
            </a:ln>
            <a:effectLst>
              <a:outerShdw blurRad="63500" algn="ctr" rotWithShape="0">
                <a:srgbClr val="A7BE5F">
                  <a:alpha val="40000"/>
                </a:srgbClr>
              </a:outerShdw>
            </a:effec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D3092E0-58D5-EFD4-27BB-86144BA57E44}"/>
              </a:ext>
            </a:extLst>
          </p:cNvPr>
          <p:cNvSpPr txBox="1"/>
          <p:nvPr/>
        </p:nvSpPr>
        <p:spPr>
          <a:xfrm>
            <a:off x="3910428" y="2967335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김해공항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담당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6691945-C37E-BE14-7B5D-DC7D8FA46855}"/>
              </a:ext>
            </a:extLst>
          </p:cNvPr>
          <p:cNvGrpSpPr/>
          <p:nvPr/>
        </p:nvGrpSpPr>
        <p:grpSpPr>
          <a:xfrm>
            <a:off x="6484054" y="2579997"/>
            <a:ext cx="1236344" cy="1236341"/>
            <a:chOff x="868007" y="4015942"/>
            <a:chExt cx="1976417" cy="1976417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A66BB256-7EF9-55B0-2195-9DB01B1A0CE7}"/>
                </a:ext>
              </a:extLst>
            </p:cNvPr>
            <p:cNvSpPr/>
            <p:nvPr/>
          </p:nvSpPr>
          <p:spPr>
            <a:xfrm>
              <a:off x="868007" y="4015942"/>
              <a:ext cx="1976417" cy="1976417"/>
            </a:xfrm>
            <a:prstGeom prst="ellipse">
              <a:avLst/>
            </a:prstGeom>
            <a:solidFill>
              <a:srgbClr val="A7BE5F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CBD3A262-E462-3960-D5AD-4958829DFAC2}"/>
                </a:ext>
              </a:extLst>
            </p:cNvPr>
            <p:cNvSpPr/>
            <p:nvPr/>
          </p:nvSpPr>
          <p:spPr>
            <a:xfrm>
              <a:off x="1036644" y="4200978"/>
              <a:ext cx="1639142" cy="1606344"/>
            </a:xfrm>
            <a:prstGeom prst="ellipse">
              <a:avLst/>
            </a:prstGeom>
            <a:solidFill>
              <a:schemeClr val="bg1">
                <a:alpha val="95000"/>
              </a:schemeClr>
            </a:solidFill>
            <a:ln w="63500">
              <a:solidFill>
                <a:srgbClr val="4164D3"/>
              </a:solidFill>
              <a:miter lim="800000"/>
              <a:headEnd/>
              <a:tailEnd/>
            </a:ln>
            <a:effectLst>
              <a:outerShdw blurRad="63500" algn="ctr" rotWithShape="0">
                <a:srgbClr val="A7BE5F">
                  <a:alpha val="40000"/>
                </a:srgbClr>
              </a:outerShdw>
            </a:effec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B34E405-9099-0F80-43C7-5C3241147465}"/>
              </a:ext>
            </a:extLst>
          </p:cNvPr>
          <p:cNvGrpSpPr/>
          <p:nvPr/>
        </p:nvGrpSpPr>
        <p:grpSpPr>
          <a:xfrm>
            <a:off x="7760666" y="2579997"/>
            <a:ext cx="1236344" cy="1236341"/>
            <a:chOff x="868007" y="4015942"/>
            <a:chExt cx="1976417" cy="1976417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1A7C907-2CE3-3A8E-C1C0-CA0EA931B685}"/>
                </a:ext>
              </a:extLst>
            </p:cNvPr>
            <p:cNvSpPr/>
            <p:nvPr/>
          </p:nvSpPr>
          <p:spPr>
            <a:xfrm>
              <a:off x="868007" y="4015942"/>
              <a:ext cx="1976417" cy="1976417"/>
            </a:xfrm>
            <a:prstGeom prst="ellipse">
              <a:avLst/>
            </a:prstGeom>
            <a:solidFill>
              <a:srgbClr val="A7BE5F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8669DCBD-F1C6-F0A6-F9B8-9A84CDAC11BB}"/>
                </a:ext>
              </a:extLst>
            </p:cNvPr>
            <p:cNvSpPr/>
            <p:nvPr/>
          </p:nvSpPr>
          <p:spPr>
            <a:xfrm>
              <a:off x="1036644" y="4200978"/>
              <a:ext cx="1639142" cy="1606344"/>
            </a:xfrm>
            <a:prstGeom prst="ellipse">
              <a:avLst/>
            </a:prstGeom>
            <a:solidFill>
              <a:schemeClr val="bg1">
                <a:alpha val="95000"/>
              </a:schemeClr>
            </a:solidFill>
            <a:ln w="63500">
              <a:solidFill>
                <a:srgbClr val="4164D3"/>
              </a:solidFill>
              <a:miter lim="800000"/>
              <a:headEnd/>
              <a:tailEnd/>
            </a:ln>
            <a:effectLst>
              <a:outerShdw blurRad="63500" algn="ctr" rotWithShape="0">
                <a:srgbClr val="A7BE5F">
                  <a:alpha val="40000"/>
                </a:srgbClr>
              </a:outerShdw>
            </a:effec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CFE143D-8ADD-6E58-1A36-B6D15B96E2FD}"/>
              </a:ext>
            </a:extLst>
          </p:cNvPr>
          <p:cNvGrpSpPr/>
          <p:nvPr/>
        </p:nvGrpSpPr>
        <p:grpSpPr>
          <a:xfrm>
            <a:off x="9347672" y="2579997"/>
            <a:ext cx="1236344" cy="1236341"/>
            <a:chOff x="868007" y="4015942"/>
            <a:chExt cx="1976417" cy="19764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2055F0F-6B37-7D60-3C96-97FF3E8843F8}"/>
                </a:ext>
              </a:extLst>
            </p:cNvPr>
            <p:cNvSpPr/>
            <p:nvPr/>
          </p:nvSpPr>
          <p:spPr>
            <a:xfrm>
              <a:off x="868007" y="4015942"/>
              <a:ext cx="1976417" cy="1976417"/>
            </a:xfrm>
            <a:prstGeom prst="ellipse">
              <a:avLst/>
            </a:prstGeom>
            <a:solidFill>
              <a:srgbClr val="A7BE5F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2C204C4-4896-FCB0-6511-201AB58174F9}"/>
                </a:ext>
              </a:extLst>
            </p:cNvPr>
            <p:cNvSpPr/>
            <p:nvPr/>
          </p:nvSpPr>
          <p:spPr>
            <a:xfrm>
              <a:off x="1036644" y="4200978"/>
              <a:ext cx="1639142" cy="1606344"/>
            </a:xfrm>
            <a:prstGeom prst="ellipse">
              <a:avLst/>
            </a:prstGeom>
            <a:solidFill>
              <a:schemeClr val="bg1">
                <a:alpha val="95000"/>
              </a:schemeClr>
            </a:solidFill>
            <a:ln w="63500">
              <a:solidFill>
                <a:srgbClr val="7030A0"/>
              </a:solidFill>
              <a:miter lim="800000"/>
              <a:headEnd/>
              <a:tailEnd/>
            </a:ln>
            <a:effectLst>
              <a:outerShdw blurRad="63500" algn="ctr" rotWithShape="0">
                <a:srgbClr val="A7BE5F">
                  <a:alpha val="40000"/>
                </a:srgbClr>
              </a:outerShdw>
            </a:effectLst>
          </p:spPr>
          <p:txBody>
            <a:bodyPr vert="horz" wrap="square" lIns="98694" tIns="49347" rIns="98694" bIns="49347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943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4012DF4-B48E-A1E7-895F-D17902AD0E02}"/>
              </a:ext>
            </a:extLst>
          </p:cNvPr>
          <p:cNvSpPr txBox="1"/>
          <p:nvPr/>
        </p:nvSpPr>
        <p:spPr>
          <a:xfrm>
            <a:off x="5402306" y="2967335"/>
            <a:ext cx="864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VIP/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스폰서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전담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B040CF-F8E4-17F9-3514-DEF44A3EFA5E}"/>
              </a:ext>
            </a:extLst>
          </p:cNvPr>
          <p:cNvSpPr txBox="1"/>
          <p:nvPr/>
        </p:nvSpPr>
        <p:spPr>
          <a:xfrm>
            <a:off x="6724558" y="2967335"/>
            <a:ext cx="755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행사 수송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전담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374C14-C229-33E9-850F-5169085795CD}"/>
              </a:ext>
            </a:extLst>
          </p:cNvPr>
          <p:cNvSpPr txBox="1"/>
          <p:nvPr/>
        </p:nvSpPr>
        <p:spPr>
          <a:xfrm>
            <a:off x="8153454" y="2967335"/>
            <a:ext cx="450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셔틀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전담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DE1D72-E79E-38CB-B999-A3CBD67EA747}"/>
              </a:ext>
            </a:extLst>
          </p:cNvPr>
          <p:cNvSpPr txBox="1"/>
          <p:nvPr/>
        </p:nvSpPr>
        <p:spPr>
          <a:xfrm>
            <a:off x="9607414" y="2967335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인천공항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전담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72AC18-EDBC-A451-4BD3-91B7C5F27791}"/>
              </a:ext>
            </a:extLst>
          </p:cNvPr>
          <p:cNvSpPr/>
          <p:nvPr/>
        </p:nvSpPr>
        <p:spPr>
          <a:xfrm>
            <a:off x="1370001" y="4250971"/>
            <a:ext cx="1807088" cy="1486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인력</a:t>
            </a:r>
            <a:r>
              <a:rPr lang="en-US" altLang="ko-KR" sz="1100" spc="-7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spc="-7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 및 사전 교육</a:t>
            </a:r>
            <a:endParaRPr lang="en-US" altLang="ko-KR" sz="1100" spc="-70" dirty="0">
              <a:solidFill>
                <a:schemeClr val="accent2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비상 대책 매뉴얼 배포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관련 기관 사전 행정 협조 실행</a:t>
            </a:r>
            <a:endParaRPr lang="en-US" altLang="ko-KR" sz="1100" spc="-70" dirty="0">
              <a:solidFill>
                <a:schemeClr val="accent2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Daily 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운행 상황 관리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비상 시 예비 자원 수배 및 투입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수송 상황 관리</a:t>
            </a:r>
            <a:endParaRPr lang="en-US" altLang="ko-KR" sz="1100" spc="-70" dirty="0">
              <a:solidFill>
                <a:schemeClr val="accent2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88C512F-BD0D-C4F2-2360-C97BC7E2D84B}"/>
              </a:ext>
            </a:extLst>
          </p:cNvPr>
          <p:cNvCxnSpPr>
            <a:stCxn id="14" idx="4"/>
          </p:cNvCxnSpPr>
          <p:nvPr/>
        </p:nvCxnSpPr>
        <p:spPr>
          <a:xfrm>
            <a:off x="2271545" y="3816338"/>
            <a:ext cx="0" cy="414112"/>
          </a:xfrm>
          <a:prstGeom prst="line">
            <a:avLst/>
          </a:prstGeom>
          <a:ln>
            <a:solidFill>
              <a:srgbClr val="FF9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A1C9424-1F5D-A338-49B1-7A4D506E8C23}"/>
              </a:ext>
            </a:extLst>
          </p:cNvPr>
          <p:cNvSpPr/>
          <p:nvPr/>
        </p:nvSpPr>
        <p:spPr>
          <a:xfrm>
            <a:off x="3415905" y="4250971"/>
            <a:ext cx="1713176" cy="1486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의전 요원 교육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공항 동선 파악과 시뮬레이션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solidFill>
                  <a:srgbClr val="00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공항 데스크 운영 및 영접</a:t>
            </a:r>
            <a:endParaRPr lang="en-US" altLang="ko-KR" sz="1100" spc="-70" dirty="0">
              <a:solidFill>
                <a:srgbClr val="00999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solidFill>
                  <a:srgbClr val="00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출입국 보고</a:t>
            </a:r>
            <a:r>
              <a:rPr lang="en-US" altLang="ko-KR" sz="1100" spc="-70" dirty="0">
                <a:solidFill>
                  <a:srgbClr val="00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(BIFF Pocket)</a:t>
            </a: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출입국 수송 승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하차 지원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돌발 상황 대응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DF3D252-6066-97DD-6023-851C939B4108}"/>
              </a:ext>
            </a:extLst>
          </p:cNvPr>
          <p:cNvCxnSpPr/>
          <p:nvPr/>
        </p:nvCxnSpPr>
        <p:spPr>
          <a:xfrm flipH="1">
            <a:off x="4265956" y="3816155"/>
            <a:ext cx="1" cy="414295"/>
          </a:xfrm>
          <a:prstGeom prst="line">
            <a:avLst/>
          </a:prstGeom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48803B1-0C07-3284-2E9D-810D11E5FB81}"/>
              </a:ext>
            </a:extLst>
          </p:cNvPr>
          <p:cNvCxnSpPr>
            <a:cxnSpLocks/>
          </p:cNvCxnSpPr>
          <p:nvPr/>
        </p:nvCxnSpPr>
        <p:spPr>
          <a:xfrm>
            <a:off x="7124787" y="4113551"/>
            <a:ext cx="0" cy="180000"/>
          </a:xfrm>
          <a:prstGeom prst="line">
            <a:avLst/>
          </a:prstGeom>
          <a:ln>
            <a:solidFill>
              <a:srgbClr val="4164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AF9E7A4-8A3E-78C9-3B0B-5EF55A89BB19}"/>
              </a:ext>
            </a:extLst>
          </p:cNvPr>
          <p:cNvSpPr/>
          <p:nvPr/>
        </p:nvSpPr>
        <p:spPr>
          <a:xfrm>
            <a:off x="9100504" y="4292067"/>
            <a:ext cx="1730680" cy="1003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현장 안내</a:t>
            </a:r>
            <a:r>
              <a:rPr lang="en-US" altLang="ko-KR" sz="1100" spc="-70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spc="-70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승</a:t>
            </a:r>
            <a:r>
              <a:rPr lang="en-US" altLang="ko-KR" sz="1100" spc="-70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100" spc="-70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하차 지원</a:t>
            </a:r>
            <a:endParaRPr lang="en-US" altLang="ko-KR" sz="1100" spc="-70" dirty="0">
              <a:solidFill>
                <a:srgbClr val="7030A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92075" indent="-9207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현장 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Staff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관리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92075" indent="-9207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비상 대책 실행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</a:t>
            </a:r>
          </a:p>
          <a:p>
            <a:pPr marL="92075" indent="-9207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김포공항 환승 수송 동시 관리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253BF1C-7C32-4E31-9876-1CE8FD78000A}"/>
              </a:ext>
            </a:extLst>
          </p:cNvPr>
          <p:cNvSpPr/>
          <p:nvPr/>
        </p:nvSpPr>
        <p:spPr>
          <a:xfrm>
            <a:off x="6021735" y="4250971"/>
            <a:ext cx="2206104" cy="1486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algn="ctr">
              <a:lnSpc>
                <a:spcPct val="120000"/>
              </a:lnSpc>
              <a:spcAft>
                <a:spcPts val="300"/>
              </a:spcAft>
            </a:pPr>
            <a:r>
              <a:rPr lang="ko-KR" altLang="en-US" sz="1100" spc="-7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배차관리팀</a:t>
            </a:r>
            <a:endParaRPr lang="en-US" altLang="ko-KR" sz="1100" spc="-7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solidFill>
                  <a:srgbClr val="4164D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담당자와 상시 소통 채널 유지</a:t>
            </a:r>
            <a:endParaRPr lang="en-US" altLang="ko-KR" sz="1100" spc="-70" dirty="0">
              <a:solidFill>
                <a:srgbClr val="4164D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solidFill>
                  <a:srgbClr val="4164D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계획안에 따른 사전 배차 </a:t>
            </a:r>
            <a:r>
              <a:rPr lang="en-US" altLang="ko-KR" sz="1100" spc="-70" dirty="0">
                <a:solidFill>
                  <a:srgbClr val="4164D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 </a:t>
            </a:r>
            <a:r>
              <a:rPr lang="ko-KR" altLang="en-US" sz="1100" spc="-70" dirty="0">
                <a:solidFill>
                  <a:srgbClr val="4164D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실시간 배차</a:t>
            </a:r>
            <a:endParaRPr lang="en-US" altLang="ko-KR" sz="1100" spc="-70" dirty="0">
              <a:solidFill>
                <a:srgbClr val="4164D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전용 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APP (BIFF Pocket) 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상시 활용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팀별 </a:t>
            </a:r>
            <a:r>
              <a:rPr lang="en-US" altLang="ko-KR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Daily 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운행 실적 관리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5725" indent="-85725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거점별 </a:t>
            </a:r>
            <a:r>
              <a:rPr lang="ko-KR" altLang="en-US" sz="1100" spc="-7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스탭의</a:t>
            </a:r>
            <a:r>
              <a:rPr lang="ko-KR" altLang="en-US" sz="1100" spc="-7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업무 현황 파악</a:t>
            </a:r>
            <a:endParaRPr lang="en-US" altLang="ko-KR" sz="1100" spc="-7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5040FAF-9683-8E69-AF7A-49DB9AC7E96B}"/>
              </a:ext>
            </a:extLst>
          </p:cNvPr>
          <p:cNvCxnSpPr/>
          <p:nvPr/>
        </p:nvCxnSpPr>
        <p:spPr>
          <a:xfrm flipH="1">
            <a:off x="9969434" y="3808972"/>
            <a:ext cx="1" cy="41429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>
            <a:extLst>
              <a:ext uri="{FF2B5EF4-FFF2-40B4-BE49-F238E27FC236}">
                <a16:creationId xmlns:a16="http://schemas.microsoft.com/office/drawing/2014/main" id="{7CA52C15-7DB0-716D-9D9B-85B28564C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90" r="13959" b="21794"/>
          <a:stretch/>
        </p:blipFill>
        <p:spPr>
          <a:xfrm>
            <a:off x="3198648" y="1297667"/>
            <a:ext cx="670080" cy="721316"/>
          </a:xfrm>
          <a:prstGeom prst="rect">
            <a:avLst/>
          </a:prstGeom>
        </p:spPr>
      </p:pic>
      <p:sp>
        <p:nvSpPr>
          <p:cNvPr id="46" name="오른쪽 대괄호 45">
            <a:extLst>
              <a:ext uri="{FF2B5EF4-FFF2-40B4-BE49-F238E27FC236}">
                <a16:creationId xmlns:a16="http://schemas.microsoft.com/office/drawing/2014/main" id="{E0691608-762F-8B5D-C776-BFB17234DC5D}"/>
              </a:ext>
            </a:extLst>
          </p:cNvPr>
          <p:cNvSpPr/>
          <p:nvPr/>
        </p:nvSpPr>
        <p:spPr>
          <a:xfrm rot="5400000">
            <a:off x="6981236" y="2687735"/>
            <a:ext cx="287102" cy="2564529"/>
          </a:xfrm>
          <a:prstGeom prst="rightBracket">
            <a:avLst>
              <a:gd name="adj" fmla="val 0"/>
            </a:avLst>
          </a:prstGeom>
          <a:ln>
            <a:solidFill>
              <a:srgbClr val="4164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22BB752-E4FC-B95F-F951-D8BDD4465ECD}"/>
              </a:ext>
            </a:extLst>
          </p:cNvPr>
          <p:cNvGrpSpPr/>
          <p:nvPr/>
        </p:nvGrpSpPr>
        <p:grpSpPr>
          <a:xfrm>
            <a:off x="1671802" y="-2046323"/>
            <a:ext cx="9718676" cy="1529355"/>
            <a:chOff x="1009650" y="3012697"/>
            <a:chExt cx="8674100" cy="1364978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CB9B6142-227B-380A-EC31-14CF0CB250CC}"/>
                </a:ext>
              </a:extLst>
            </p:cNvPr>
            <p:cNvSpPr/>
            <p:nvPr/>
          </p:nvSpPr>
          <p:spPr>
            <a:xfrm>
              <a:off x="1009650" y="3012697"/>
              <a:ext cx="8674100" cy="1364978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1553A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6DDC91F5-DF7B-B22F-A0A3-EFCA134B339E}"/>
                </a:ext>
              </a:extLst>
            </p:cNvPr>
            <p:cNvSpPr/>
            <p:nvPr/>
          </p:nvSpPr>
          <p:spPr>
            <a:xfrm>
              <a:off x="2710382" y="3210493"/>
              <a:ext cx="983386" cy="969387"/>
            </a:xfrm>
            <a:prstGeom prst="ellipse">
              <a:avLst/>
            </a:prstGeom>
            <a:solidFill>
              <a:srgbClr val="1553A2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초청</a:t>
              </a: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CFBED7D7-23FA-9BFB-406E-5A39FEC2632E}"/>
                </a:ext>
              </a:extLst>
            </p:cNvPr>
            <p:cNvSpPr/>
            <p:nvPr/>
          </p:nvSpPr>
          <p:spPr>
            <a:xfrm>
              <a:off x="3537457" y="3210493"/>
              <a:ext cx="983386" cy="969387"/>
            </a:xfrm>
            <a:prstGeom prst="ellipse">
              <a:avLst/>
            </a:prstGeom>
            <a:solidFill>
              <a:srgbClr val="E0371B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숙박</a:t>
              </a: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9038D9F0-6B4F-28D9-4906-2DC9498884FE}"/>
                </a:ext>
              </a:extLst>
            </p:cNvPr>
            <p:cNvSpPr/>
            <p:nvPr/>
          </p:nvSpPr>
          <p:spPr>
            <a:xfrm>
              <a:off x="4364532" y="3210493"/>
              <a:ext cx="983386" cy="969387"/>
            </a:xfrm>
            <a:prstGeom prst="ellipse">
              <a:avLst/>
            </a:prstGeom>
            <a:solidFill>
              <a:srgbClr val="1553A2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항공</a:t>
              </a:r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2A5C34D2-960A-F0B3-1664-4B15F4770112}"/>
                </a:ext>
              </a:extLst>
            </p:cNvPr>
            <p:cNvSpPr/>
            <p:nvPr/>
          </p:nvSpPr>
          <p:spPr>
            <a:xfrm>
              <a:off x="5191607" y="3210493"/>
              <a:ext cx="983386" cy="969387"/>
            </a:xfrm>
            <a:prstGeom prst="ellipse">
              <a:avLst/>
            </a:prstGeom>
            <a:solidFill>
              <a:srgbClr val="E0371B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의전</a:t>
              </a:r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14A390EC-4E56-7C2A-B46B-E80B7EF48404}"/>
                </a:ext>
              </a:extLst>
            </p:cNvPr>
            <p:cNvSpPr/>
            <p:nvPr/>
          </p:nvSpPr>
          <p:spPr>
            <a:xfrm>
              <a:off x="6018682" y="3210493"/>
              <a:ext cx="983386" cy="969387"/>
            </a:xfrm>
            <a:prstGeom prst="ellipse">
              <a:avLst/>
            </a:prstGeom>
            <a:solidFill>
              <a:srgbClr val="1553A2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수송</a:t>
              </a: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6E06EE4-2E26-1A55-D8AC-8270A0CB6AD5}"/>
                </a:ext>
              </a:extLst>
            </p:cNvPr>
            <p:cNvSpPr/>
            <p:nvPr/>
          </p:nvSpPr>
          <p:spPr>
            <a:xfrm>
              <a:off x="6845757" y="3210493"/>
              <a:ext cx="983386" cy="969387"/>
            </a:xfrm>
            <a:prstGeom prst="ellipse">
              <a:avLst/>
            </a:prstGeom>
            <a:solidFill>
              <a:srgbClr val="E0371B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보험</a:t>
              </a: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63ECF8FF-2F3B-124A-7A1D-7572C8F6077A}"/>
                </a:ext>
              </a:extLst>
            </p:cNvPr>
            <p:cNvSpPr/>
            <p:nvPr/>
          </p:nvSpPr>
          <p:spPr>
            <a:xfrm>
              <a:off x="7672832" y="3210493"/>
              <a:ext cx="983386" cy="969387"/>
            </a:xfrm>
            <a:prstGeom prst="ellipse">
              <a:avLst/>
            </a:prstGeom>
            <a:solidFill>
              <a:srgbClr val="1553A2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지원</a:t>
              </a:r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B382B6D0-47AB-BE87-FCEA-606A70CD6E4D}"/>
                </a:ext>
              </a:extLst>
            </p:cNvPr>
            <p:cNvSpPr/>
            <p:nvPr/>
          </p:nvSpPr>
          <p:spPr>
            <a:xfrm>
              <a:off x="8499907" y="3210493"/>
              <a:ext cx="983386" cy="969387"/>
            </a:xfrm>
            <a:prstGeom prst="ellipse">
              <a:avLst/>
            </a:prstGeom>
            <a:solidFill>
              <a:srgbClr val="E0371B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ETC.</a:t>
              </a:r>
              <a:endPara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02EC583B-AC3E-AA0A-012C-AD48E7669FEC}"/>
                </a:ext>
              </a:extLst>
            </p:cNvPr>
            <p:cNvSpPr/>
            <p:nvPr/>
          </p:nvSpPr>
          <p:spPr>
            <a:xfrm>
              <a:off x="1278614" y="3210493"/>
              <a:ext cx="983386" cy="969387"/>
            </a:xfrm>
            <a:prstGeom prst="ellipse">
              <a:avLst/>
            </a:prstGeom>
            <a:solidFill>
              <a:srgbClr val="1553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초청인사</a:t>
              </a:r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4AD1A88F-5981-3BA4-A107-AB51C73E5737}"/>
                </a:ext>
              </a:extLst>
            </p:cNvPr>
            <p:cNvCxnSpPr>
              <a:cxnSpLocks/>
            </p:cNvCxnSpPr>
            <p:nvPr/>
          </p:nvCxnSpPr>
          <p:spPr>
            <a:xfrm>
              <a:off x="2321884" y="3695186"/>
              <a:ext cx="328613" cy="0"/>
            </a:xfrm>
            <a:prstGeom prst="straightConnector1">
              <a:avLst/>
            </a:prstGeom>
            <a:ln w="19050">
              <a:solidFill>
                <a:srgbClr val="00827C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020BFA61-A1EB-A673-8D9D-51978198C6B3}"/>
              </a:ext>
            </a:extLst>
          </p:cNvPr>
          <p:cNvGrpSpPr/>
          <p:nvPr/>
        </p:nvGrpSpPr>
        <p:grpSpPr>
          <a:xfrm>
            <a:off x="-6568623" y="1512863"/>
            <a:ext cx="7267452" cy="2481504"/>
            <a:chOff x="1712180" y="1925495"/>
            <a:chExt cx="7267452" cy="2481504"/>
          </a:xfrm>
        </p:grpSpPr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78276CED-E0EB-ECE9-1308-9405A0E4CEE3}"/>
                </a:ext>
              </a:extLst>
            </p:cNvPr>
            <p:cNvSpPr/>
            <p:nvPr/>
          </p:nvSpPr>
          <p:spPr>
            <a:xfrm>
              <a:off x="1712180" y="1925495"/>
              <a:ext cx="7267452" cy="2481504"/>
            </a:xfrm>
            <a:custGeom>
              <a:avLst/>
              <a:gdLst>
                <a:gd name="csX0" fmla="*/ 1288473 w 7267452"/>
                <a:gd name="csY0" fmla="*/ 0 h 2481504"/>
                <a:gd name="csX1" fmla="*/ 2356895 w 7267452"/>
                <a:gd name="csY1" fmla="*/ 547036 h 2481504"/>
                <a:gd name="csX2" fmla="*/ 2461100 w 7267452"/>
                <a:gd name="csY2" fmla="*/ 731908 h 2481504"/>
                <a:gd name="csX3" fmla="*/ 2565304 w 7267452"/>
                <a:gd name="csY3" fmla="*/ 547036 h 2481504"/>
                <a:gd name="csX4" fmla="*/ 3633726 w 7267452"/>
                <a:gd name="csY4" fmla="*/ 0 h 2481504"/>
                <a:gd name="csX5" fmla="*/ 4702148 w 7267452"/>
                <a:gd name="csY5" fmla="*/ 547036 h 2481504"/>
                <a:gd name="csX6" fmla="*/ 4806353 w 7267452"/>
                <a:gd name="csY6" fmla="*/ 731908 h 2481504"/>
                <a:gd name="csX7" fmla="*/ 4910557 w 7267452"/>
                <a:gd name="csY7" fmla="*/ 547036 h 2481504"/>
                <a:gd name="csX8" fmla="*/ 5978979 w 7267452"/>
                <a:gd name="csY8" fmla="*/ 0 h 2481504"/>
                <a:gd name="csX9" fmla="*/ 7267452 w 7267452"/>
                <a:gd name="csY9" fmla="*/ 1240752 h 2481504"/>
                <a:gd name="csX10" fmla="*/ 5978979 w 7267452"/>
                <a:gd name="csY10" fmla="*/ 2481504 h 2481504"/>
                <a:gd name="csX11" fmla="*/ 4910557 w 7267452"/>
                <a:gd name="csY11" fmla="*/ 1934468 h 2481504"/>
                <a:gd name="csX12" fmla="*/ 4806353 w 7267452"/>
                <a:gd name="csY12" fmla="*/ 1749596 h 2481504"/>
                <a:gd name="csX13" fmla="*/ 4702148 w 7267452"/>
                <a:gd name="csY13" fmla="*/ 1934468 h 2481504"/>
                <a:gd name="csX14" fmla="*/ 3633726 w 7267452"/>
                <a:gd name="csY14" fmla="*/ 2481504 h 2481504"/>
                <a:gd name="csX15" fmla="*/ 2565304 w 7267452"/>
                <a:gd name="csY15" fmla="*/ 1934468 h 2481504"/>
                <a:gd name="csX16" fmla="*/ 2461100 w 7267452"/>
                <a:gd name="csY16" fmla="*/ 1749596 h 2481504"/>
                <a:gd name="csX17" fmla="*/ 2356895 w 7267452"/>
                <a:gd name="csY17" fmla="*/ 1934468 h 2481504"/>
                <a:gd name="csX18" fmla="*/ 1288473 w 7267452"/>
                <a:gd name="csY18" fmla="*/ 2481504 h 2481504"/>
                <a:gd name="csX19" fmla="*/ 0 w 7267452"/>
                <a:gd name="csY19" fmla="*/ 1240752 h 2481504"/>
                <a:gd name="csX20" fmla="*/ 1288473 w 7267452"/>
                <a:gd name="csY20" fmla="*/ 0 h 2481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267452" h="2481504">
                  <a:moveTo>
                    <a:pt x="1288473" y="0"/>
                  </a:moveTo>
                  <a:cubicBezTo>
                    <a:pt x="1733226" y="0"/>
                    <a:pt x="2125347" y="216994"/>
                    <a:pt x="2356895" y="547036"/>
                  </a:cubicBezTo>
                  <a:lnTo>
                    <a:pt x="2461100" y="731908"/>
                  </a:lnTo>
                  <a:lnTo>
                    <a:pt x="2565304" y="547036"/>
                  </a:lnTo>
                  <a:cubicBezTo>
                    <a:pt x="2796852" y="216994"/>
                    <a:pt x="3188974" y="0"/>
                    <a:pt x="3633726" y="0"/>
                  </a:cubicBezTo>
                  <a:cubicBezTo>
                    <a:pt x="4078479" y="0"/>
                    <a:pt x="4470600" y="216994"/>
                    <a:pt x="4702148" y="547036"/>
                  </a:cubicBezTo>
                  <a:lnTo>
                    <a:pt x="4806353" y="731908"/>
                  </a:lnTo>
                  <a:lnTo>
                    <a:pt x="4910557" y="547036"/>
                  </a:lnTo>
                  <a:cubicBezTo>
                    <a:pt x="5142105" y="216994"/>
                    <a:pt x="5534227" y="0"/>
                    <a:pt x="5978979" y="0"/>
                  </a:cubicBezTo>
                  <a:cubicBezTo>
                    <a:pt x="6690583" y="0"/>
                    <a:pt x="7267452" y="555504"/>
                    <a:pt x="7267452" y="1240752"/>
                  </a:cubicBezTo>
                  <a:cubicBezTo>
                    <a:pt x="7267452" y="1926000"/>
                    <a:pt x="6690583" y="2481504"/>
                    <a:pt x="5978979" y="2481504"/>
                  </a:cubicBezTo>
                  <a:cubicBezTo>
                    <a:pt x="5534227" y="2481504"/>
                    <a:pt x="5142105" y="2264510"/>
                    <a:pt x="4910557" y="1934468"/>
                  </a:cubicBezTo>
                  <a:lnTo>
                    <a:pt x="4806353" y="1749596"/>
                  </a:lnTo>
                  <a:lnTo>
                    <a:pt x="4702148" y="1934468"/>
                  </a:lnTo>
                  <a:cubicBezTo>
                    <a:pt x="4470600" y="2264510"/>
                    <a:pt x="4078479" y="2481504"/>
                    <a:pt x="3633726" y="2481504"/>
                  </a:cubicBezTo>
                  <a:cubicBezTo>
                    <a:pt x="3188974" y="2481504"/>
                    <a:pt x="2796852" y="2264510"/>
                    <a:pt x="2565304" y="1934468"/>
                  </a:cubicBezTo>
                  <a:lnTo>
                    <a:pt x="2461100" y="1749596"/>
                  </a:lnTo>
                  <a:lnTo>
                    <a:pt x="2356895" y="1934468"/>
                  </a:lnTo>
                  <a:cubicBezTo>
                    <a:pt x="2125347" y="2264510"/>
                    <a:pt x="1733226" y="2481504"/>
                    <a:pt x="1288473" y="2481504"/>
                  </a:cubicBezTo>
                  <a:cubicBezTo>
                    <a:pt x="576869" y="2481504"/>
                    <a:pt x="0" y="1926000"/>
                    <a:pt x="0" y="1240752"/>
                  </a:cubicBezTo>
                  <a:cubicBezTo>
                    <a:pt x="0" y="555504"/>
                    <a:pt x="576869" y="0"/>
                    <a:pt x="1288473" y="0"/>
                  </a:cubicBezTo>
                  <a:close/>
                </a:path>
              </a:pathLst>
            </a:custGeom>
            <a:solidFill>
              <a:schemeClr val="bg1"/>
            </a:solidFill>
            <a:ln w="63500">
              <a:gradFill flip="none" rotWithShape="1">
                <a:gsLst>
                  <a:gs pos="40000">
                    <a:srgbClr val="85BFE2"/>
                  </a:gs>
                  <a:gs pos="0">
                    <a:srgbClr val="1553A2"/>
                  </a:gs>
                  <a:gs pos="100000">
                    <a:srgbClr val="5B86BE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pic>
          <p:nvPicPr>
            <p:cNvPr id="72" name="Picture 2" descr="외교부 로고">
              <a:extLst>
                <a:ext uri="{FF2B5EF4-FFF2-40B4-BE49-F238E27FC236}">
                  <a16:creationId xmlns:a16="http://schemas.microsoft.com/office/drawing/2014/main" id="{FC2B971E-7284-3D2C-377E-6A0D7DFC84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1" t="8947" r="1811" b="16417"/>
            <a:stretch>
              <a:fillRect/>
            </a:stretch>
          </p:blipFill>
          <p:spPr bwMode="auto">
            <a:xfrm>
              <a:off x="2367991" y="2558044"/>
              <a:ext cx="1294878" cy="374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4" descr="㈜그라운드케이] | 기업정보 | 알바몬">
              <a:extLst>
                <a:ext uri="{FF2B5EF4-FFF2-40B4-BE49-F238E27FC236}">
                  <a16:creationId xmlns:a16="http://schemas.microsoft.com/office/drawing/2014/main" id="{417500E7-795D-0622-B350-2E109E8D58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9" t="2189" r="2189" b="10587"/>
            <a:stretch>
              <a:fillRect/>
            </a:stretch>
          </p:blipFill>
          <p:spPr bwMode="auto">
            <a:xfrm>
              <a:off x="4865055" y="2602437"/>
              <a:ext cx="960116" cy="285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4134933-FE49-97FE-57FD-9816572D7A77}"/>
                </a:ext>
              </a:extLst>
            </p:cNvPr>
            <p:cNvSpPr txBox="1"/>
            <p:nvPr/>
          </p:nvSpPr>
          <p:spPr>
            <a:xfrm>
              <a:off x="2736212" y="2364189"/>
              <a:ext cx="5584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spc="-5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발주기관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2D0B977-726E-4D59-4ED1-3FB9B98147C7}"/>
                </a:ext>
              </a:extLst>
            </p:cNvPr>
            <p:cNvSpPr txBox="1"/>
            <p:nvPr/>
          </p:nvSpPr>
          <p:spPr>
            <a:xfrm>
              <a:off x="5065894" y="2364189"/>
              <a:ext cx="5584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spc="-5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제안사</a:t>
              </a:r>
              <a:endParaRPr lang="ko-KR" altLang="en-US" sz="900" spc="-5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89C27D0-540B-5A4C-9F9E-15661C21A708}"/>
                </a:ext>
              </a:extLst>
            </p:cNvPr>
            <p:cNvSpPr txBox="1"/>
            <p:nvPr/>
          </p:nvSpPr>
          <p:spPr>
            <a:xfrm>
              <a:off x="6971520" y="2641495"/>
              <a:ext cx="15476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협력사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BF0536D-0F60-A568-6058-EDEA56B9C622}"/>
                </a:ext>
              </a:extLst>
            </p:cNvPr>
            <p:cNvSpPr txBox="1"/>
            <p:nvPr/>
          </p:nvSpPr>
          <p:spPr>
            <a:xfrm>
              <a:off x="2256855" y="3092402"/>
              <a:ext cx="1517151" cy="85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tabLst/>
              </a:pPr>
              <a:r>
                <a:rPr lang="ko-KR" altLang="ko-KR" sz="11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요구사항·기준</a:t>
              </a:r>
              <a:r>
                <a:rPr lang="ko-KR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제시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tabLst/>
              </a:pPr>
              <a:r>
                <a:rPr lang="ko-KR" altLang="ko-KR" sz="11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RSVP·초청</a:t>
              </a:r>
              <a:r>
                <a:rPr lang="ko-KR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정보 제공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tabLst/>
              </a:pPr>
              <a:r>
                <a:rPr lang="ko-KR" altLang="ko-KR" sz="11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승인·의사결정</a:t>
              </a:r>
              <a:endParaRPr lang="ko-KR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C956F45-E2D3-60DC-3777-165AD0028894}"/>
                </a:ext>
              </a:extLst>
            </p:cNvPr>
            <p:cNvSpPr txBox="1"/>
            <p:nvPr/>
          </p:nvSpPr>
          <p:spPr>
            <a:xfrm>
              <a:off x="4367115" y="3094655"/>
              <a:ext cx="1955994" cy="85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algn="ctr" defTabSz="9144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Tx/>
                <a:buSzTx/>
                <a:tabLst/>
                <a:defRPr sz="10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>
                <a:spcAft>
                  <a:spcPts val="1000"/>
                </a:spcAft>
              </a:pPr>
              <a:r>
                <a:rPr lang="ko-KR" altLang="ko-KR" sz="1100" dirty="0"/>
                <a:t>대규모 수급(</a:t>
              </a:r>
              <a:r>
                <a:rPr lang="ko-KR" altLang="ko-KR" sz="1100" dirty="0" err="1"/>
                <a:t>차량·인력·객실</a:t>
              </a:r>
              <a:r>
                <a:rPr lang="ko-KR" altLang="ko-KR" sz="1100" dirty="0"/>
                <a:t>)</a:t>
              </a:r>
            </a:p>
            <a:p>
              <a:pPr>
                <a:spcAft>
                  <a:spcPts val="1000"/>
                </a:spcAft>
              </a:pPr>
              <a:r>
                <a:rPr lang="ko-KR" altLang="ko-KR" sz="1100" dirty="0"/>
                <a:t>리스크 대응(</a:t>
              </a:r>
              <a:r>
                <a:rPr lang="ko-KR" altLang="ko-KR" sz="1100" dirty="0" err="1"/>
                <a:t>변경·지연·이탈</a:t>
              </a:r>
              <a:r>
                <a:rPr lang="ko-KR" altLang="ko-KR" sz="1100" dirty="0"/>
                <a:t>)</a:t>
              </a:r>
            </a:p>
            <a:p>
              <a:pPr>
                <a:spcAft>
                  <a:spcPts val="1000"/>
                </a:spcAft>
              </a:pPr>
              <a:r>
                <a:rPr lang="ko-KR" altLang="ko-KR" sz="1100" dirty="0"/>
                <a:t>통합 통제(</a:t>
              </a:r>
              <a:r>
                <a:rPr lang="ko-KR" altLang="ko-KR" sz="1100" dirty="0" err="1"/>
                <a:t>관제·보고·품질</a:t>
              </a:r>
              <a:r>
                <a:rPr lang="ko-KR" altLang="ko-KR" sz="1100" dirty="0"/>
                <a:t>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10F1E14-533D-D029-6A9A-84B4E3FC0317}"/>
                </a:ext>
              </a:extLst>
            </p:cNvPr>
            <p:cNvSpPr txBox="1"/>
            <p:nvPr/>
          </p:nvSpPr>
          <p:spPr>
            <a:xfrm>
              <a:off x="6767343" y="3094655"/>
              <a:ext cx="1955994" cy="856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algn="ctr" defTabSz="9144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Tx/>
                <a:buSzTx/>
                <a:tabLst/>
                <a:defRPr sz="10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>
                <a:spcAft>
                  <a:spcPts val="1000"/>
                </a:spcAft>
              </a:pPr>
              <a:r>
                <a:rPr lang="ko-KR" altLang="ko-KR" sz="1100" dirty="0"/>
                <a:t>통역(언어)</a:t>
              </a:r>
            </a:p>
            <a:p>
              <a:pPr>
                <a:spcAft>
                  <a:spcPts val="1000"/>
                </a:spcAft>
              </a:pPr>
              <a:r>
                <a:rPr lang="ko-KR" altLang="ko-KR" sz="1100" dirty="0" err="1"/>
                <a:t>숙박·항공</a:t>
              </a:r>
              <a:endParaRPr lang="ko-KR" altLang="ko-KR" sz="1100" dirty="0"/>
            </a:p>
            <a:p>
              <a:pPr>
                <a:spcAft>
                  <a:spcPts val="1000"/>
                </a:spcAft>
              </a:pPr>
              <a:r>
                <a:rPr lang="ko-KR" altLang="en-US" sz="1100" dirty="0"/>
                <a:t>전문 서비스</a:t>
              </a:r>
              <a:endParaRPr lang="ko-KR" altLang="ko-KR" sz="1100" dirty="0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ACC90208-C870-4793-B5A7-90530839DE9E}"/>
              </a:ext>
            </a:extLst>
          </p:cNvPr>
          <p:cNvSpPr txBox="1"/>
          <p:nvPr/>
        </p:nvSpPr>
        <p:spPr>
          <a:xfrm>
            <a:off x="49357" y="233567"/>
            <a:ext cx="1316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구성요소 디자인</a:t>
            </a:r>
          </a:p>
        </p:txBody>
      </p:sp>
    </p:spTree>
    <p:extLst>
      <p:ext uri="{BB962C8B-B14F-4D97-AF65-F5344CB8AC3E}">
        <p14:creationId xmlns:p14="http://schemas.microsoft.com/office/powerpoint/2010/main" val="360065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04120929-A6E3-DC1D-FE9A-86073E5AC39C}"/>
              </a:ext>
            </a:extLst>
          </p:cNvPr>
          <p:cNvGrpSpPr/>
          <p:nvPr/>
        </p:nvGrpSpPr>
        <p:grpSpPr>
          <a:xfrm>
            <a:off x="225712" y="890658"/>
            <a:ext cx="9239365" cy="2957969"/>
            <a:chOff x="726225" y="3258473"/>
            <a:chExt cx="9239365" cy="295796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A13DFE73-D308-8913-6755-A7BF865CAF46}"/>
                </a:ext>
              </a:extLst>
            </p:cNvPr>
            <p:cNvGrpSpPr/>
            <p:nvPr/>
          </p:nvGrpSpPr>
          <p:grpSpPr>
            <a:xfrm>
              <a:off x="2727016" y="3648162"/>
              <a:ext cx="1432392" cy="1452263"/>
              <a:chOff x="2880463" y="4006850"/>
              <a:chExt cx="1432392" cy="1452263"/>
            </a:xfrm>
          </p:grpSpPr>
          <p:sp>
            <p:nvSpPr>
              <p:cNvPr id="3" name="눈물 방울 2">
                <a:extLst>
                  <a:ext uri="{FF2B5EF4-FFF2-40B4-BE49-F238E27FC236}">
                    <a16:creationId xmlns:a16="http://schemas.microsoft.com/office/drawing/2014/main" id="{FB99C113-E9F6-0822-3649-48BE783A7C58}"/>
                  </a:ext>
                </a:extLst>
              </p:cNvPr>
              <p:cNvSpPr/>
              <p:nvPr/>
            </p:nvSpPr>
            <p:spPr>
              <a:xfrm rot="8100000">
                <a:off x="2880463" y="4006850"/>
                <a:ext cx="1432392" cy="1432392"/>
              </a:xfrm>
              <a:prstGeom prst="teardrop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4" name="눈물 방울 3">
                <a:extLst>
                  <a:ext uri="{FF2B5EF4-FFF2-40B4-BE49-F238E27FC236}">
                    <a16:creationId xmlns:a16="http://schemas.microsoft.com/office/drawing/2014/main" id="{BE9D6363-7E9C-12B9-BA4F-3520237CE215}"/>
                  </a:ext>
                </a:extLst>
              </p:cNvPr>
              <p:cNvSpPr/>
              <p:nvPr/>
            </p:nvSpPr>
            <p:spPr>
              <a:xfrm rot="8100000">
                <a:off x="2880463" y="4026721"/>
                <a:ext cx="1432392" cy="1432392"/>
              </a:xfrm>
              <a:prstGeom prst="teardrop">
                <a:avLst/>
              </a:prstGeom>
              <a:solidFill>
                <a:srgbClr val="85BFE2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5" name="Group 20">
              <a:extLst>
                <a:ext uri="{FF2B5EF4-FFF2-40B4-BE49-F238E27FC236}">
                  <a16:creationId xmlns:a16="http://schemas.microsoft.com/office/drawing/2014/main" id="{F2F2FCA2-6FD8-D869-42BE-6D390FA959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225126" y="4072482"/>
              <a:ext cx="436173" cy="594962"/>
              <a:chOff x="2597" y="4163"/>
              <a:chExt cx="217" cy="296"/>
            </a:xfrm>
            <a:solidFill>
              <a:schemeClr val="bg1"/>
            </a:solidFill>
          </p:grpSpPr>
          <p:sp>
            <p:nvSpPr>
              <p:cNvPr id="6" name="Freeform 22">
                <a:extLst>
                  <a:ext uri="{FF2B5EF4-FFF2-40B4-BE49-F238E27FC236}">
                    <a16:creationId xmlns:a16="http://schemas.microsoft.com/office/drawing/2014/main" id="{4A372460-690C-741E-BF4E-D06C50A0F9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30" y="4163"/>
                <a:ext cx="151" cy="176"/>
              </a:xfrm>
              <a:custGeom>
                <a:avLst/>
                <a:gdLst>
                  <a:gd name="T0" fmla="*/ 410 w 1662"/>
                  <a:gd name="T1" fmla="*/ 645 h 1942"/>
                  <a:gd name="T2" fmla="*/ 309 w 1662"/>
                  <a:gd name="T3" fmla="*/ 847 h 1942"/>
                  <a:gd name="T4" fmla="*/ 255 w 1662"/>
                  <a:gd name="T5" fmla="*/ 1023 h 1942"/>
                  <a:gd name="T6" fmla="*/ 263 w 1662"/>
                  <a:gd name="T7" fmla="*/ 1206 h 1942"/>
                  <a:gd name="T8" fmla="*/ 347 w 1662"/>
                  <a:gd name="T9" fmla="*/ 1429 h 1942"/>
                  <a:gd name="T10" fmla="*/ 476 w 1662"/>
                  <a:gd name="T11" fmla="*/ 1620 h 1942"/>
                  <a:gd name="T12" fmla="*/ 638 w 1662"/>
                  <a:gd name="T13" fmla="*/ 1753 h 1942"/>
                  <a:gd name="T14" fmla="*/ 825 w 1662"/>
                  <a:gd name="T15" fmla="*/ 1803 h 1942"/>
                  <a:gd name="T16" fmla="*/ 1013 w 1662"/>
                  <a:gd name="T17" fmla="*/ 1753 h 1942"/>
                  <a:gd name="T18" fmla="*/ 1176 w 1662"/>
                  <a:gd name="T19" fmla="*/ 1619 h 1942"/>
                  <a:gd name="T20" fmla="*/ 1305 w 1662"/>
                  <a:gd name="T21" fmla="*/ 1428 h 1942"/>
                  <a:gd name="T22" fmla="*/ 1388 w 1662"/>
                  <a:gd name="T23" fmla="*/ 1205 h 1942"/>
                  <a:gd name="T24" fmla="*/ 1418 w 1662"/>
                  <a:gd name="T25" fmla="*/ 974 h 1942"/>
                  <a:gd name="T26" fmla="*/ 1266 w 1662"/>
                  <a:gd name="T27" fmla="*/ 836 h 1942"/>
                  <a:gd name="T28" fmla="*/ 1012 w 1662"/>
                  <a:gd name="T29" fmla="*/ 794 h 1942"/>
                  <a:gd name="T30" fmla="*/ 806 w 1662"/>
                  <a:gd name="T31" fmla="*/ 713 h 1942"/>
                  <a:gd name="T32" fmla="*/ 646 w 1662"/>
                  <a:gd name="T33" fmla="*/ 610 h 1942"/>
                  <a:gd name="T34" fmla="*/ 526 w 1662"/>
                  <a:gd name="T35" fmla="*/ 499 h 1942"/>
                  <a:gd name="T36" fmla="*/ 944 w 1662"/>
                  <a:gd name="T37" fmla="*/ 23 h 1942"/>
                  <a:gd name="T38" fmla="*/ 1152 w 1662"/>
                  <a:gd name="T39" fmla="*/ 118 h 1942"/>
                  <a:gd name="T40" fmla="*/ 1271 w 1662"/>
                  <a:gd name="T41" fmla="*/ 205 h 1942"/>
                  <a:gd name="T42" fmla="*/ 1388 w 1662"/>
                  <a:gd name="T43" fmla="*/ 323 h 1942"/>
                  <a:gd name="T44" fmla="*/ 1455 w 1662"/>
                  <a:gd name="T45" fmla="*/ 429 h 1942"/>
                  <a:gd name="T46" fmla="*/ 1524 w 1662"/>
                  <a:gd name="T47" fmla="*/ 626 h 1942"/>
                  <a:gd name="T48" fmla="*/ 1555 w 1662"/>
                  <a:gd name="T49" fmla="*/ 892 h 1942"/>
                  <a:gd name="T50" fmla="*/ 1619 w 1662"/>
                  <a:gd name="T51" fmla="*/ 939 h 1942"/>
                  <a:gd name="T52" fmla="*/ 1657 w 1662"/>
                  <a:gd name="T53" fmla="*/ 1032 h 1942"/>
                  <a:gd name="T54" fmla="*/ 1655 w 1662"/>
                  <a:gd name="T55" fmla="*/ 1183 h 1942"/>
                  <a:gd name="T56" fmla="*/ 1611 w 1662"/>
                  <a:gd name="T57" fmla="*/ 1304 h 1942"/>
                  <a:gd name="T58" fmla="*/ 1537 w 1662"/>
                  <a:gd name="T59" fmla="*/ 1372 h 1942"/>
                  <a:gd name="T60" fmla="*/ 1445 w 1662"/>
                  <a:gd name="T61" fmla="*/ 1454 h 1942"/>
                  <a:gd name="T62" fmla="*/ 1313 w 1662"/>
                  <a:gd name="T63" fmla="*/ 1670 h 1942"/>
                  <a:gd name="T64" fmla="*/ 1141 w 1662"/>
                  <a:gd name="T65" fmla="*/ 1836 h 1942"/>
                  <a:gd name="T66" fmla="*/ 937 w 1662"/>
                  <a:gd name="T67" fmla="*/ 1930 h 1942"/>
                  <a:gd name="T68" fmla="*/ 714 w 1662"/>
                  <a:gd name="T69" fmla="*/ 1930 h 1942"/>
                  <a:gd name="T70" fmla="*/ 510 w 1662"/>
                  <a:gd name="T71" fmla="*/ 1836 h 1942"/>
                  <a:gd name="T72" fmla="*/ 337 w 1662"/>
                  <a:gd name="T73" fmla="*/ 1669 h 1942"/>
                  <a:gd name="T74" fmla="*/ 205 w 1662"/>
                  <a:gd name="T75" fmla="*/ 1452 h 1942"/>
                  <a:gd name="T76" fmla="*/ 111 w 1662"/>
                  <a:gd name="T77" fmla="*/ 1364 h 1942"/>
                  <a:gd name="T78" fmla="*/ 39 w 1662"/>
                  <a:gd name="T79" fmla="*/ 1284 h 1942"/>
                  <a:gd name="T80" fmla="*/ 2 w 1662"/>
                  <a:gd name="T81" fmla="*/ 1143 h 1942"/>
                  <a:gd name="T82" fmla="*/ 9 w 1662"/>
                  <a:gd name="T83" fmla="*/ 1009 h 1942"/>
                  <a:gd name="T84" fmla="*/ 50 w 1662"/>
                  <a:gd name="T85" fmla="*/ 930 h 1942"/>
                  <a:gd name="T86" fmla="*/ 98 w 1662"/>
                  <a:gd name="T87" fmla="*/ 851 h 1942"/>
                  <a:gd name="T88" fmla="*/ 85 w 1662"/>
                  <a:gd name="T89" fmla="*/ 643 h 1942"/>
                  <a:gd name="T90" fmla="*/ 120 w 1662"/>
                  <a:gd name="T91" fmla="*/ 487 h 1942"/>
                  <a:gd name="T92" fmla="*/ 183 w 1662"/>
                  <a:gd name="T93" fmla="*/ 377 h 1942"/>
                  <a:gd name="T94" fmla="*/ 257 w 1662"/>
                  <a:gd name="T95" fmla="*/ 305 h 1942"/>
                  <a:gd name="T96" fmla="*/ 319 w 1662"/>
                  <a:gd name="T97" fmla="*/ 266 h 1942"/>
                  <a:gd name="T98" fmla="*/ 352 w 1662"/>
                  <a:gd name="T99" fmla="*/ 246 h 1942"/>
                  <a:gd name="T100" fmla="*/ 390 w 1662"/>
                  <a:gd name="T101" fmla="*/ 196 h 1942"/>
                  <a:gd name="T102" fmla="*/ 459 w 1662"/>
                  <a:gd name="T103" fmla="*/ 127 h 1942"/>
                  <a:gd name="T104" fmla="*/ 559 w 1662"/>
                  <a:gd name="T105" fmla="*/ 57 h 1942"/>
                  <a:gd name="T106" fmla="*/ 690 w 1662"/>
                  <a:gd name="T107" fmla="*/ 10 h 19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62" h="1942">
                    <a:moveTo>
                      <a:pt x="526" y="499"/>
                    </a:moveTo>
                    <a:lnTo>
                      <a:pt x="484" y="546"/>
                    </a:lnTo>
                    <a:lnTo>
                      <a:pt x="445" y="595"/>
                    </a:lnTo>
                    <a:lnTo>
                      <a:pt x="410" y="645"/>
                    </a:lnTo>
                    <a:lnTo>
                      <a:pt x="379" y="696"/>
                    </a:lnTo>
                    <a:lnTo>
                      <a:pt x="352" y="747"/>
                    </a:lnTo>
                    <a:lnTo>
                      <a:pt x="329" y="797"/>
                    </a:lnTo>
                    <a:lnTo>
                      <a:pt x="309" y="847"/>
                    </a:lnTo>
                    <a:lnTo>
                      <a:pt x="291" y="895"/>
                    </a:lnTo>
                    <a:lnTo>
                      <a:pt x="277" y="941"/>
                    </a:lnTo>
                    <a:lnTo>
                      <a:pt x="264" y="984"/>
                    </a:lnTo>
                    <a:lnTo>
                      <a:pt x="255" y="1023"/>
                    </a:lnTo>
                    <a:lnTo>
                      <a:pt x="247" y="1059"/>
                    </a:lnTo>
                    <a:lnTo>
                      <a:pt x="241" y="1091"/>
                    </a:lnTo>
                    <a:lnTo>
                      <a:pt x="250" y="1148"/>
                    </a:lnTo>
                    <a:lnTo>
                      <a:pt x="263" y="1206"/>
                    </a:lnTo>
                    <a:lnTo>
                      <a:pt x="280" y="1263"/>
                    </a:lnTo>
                    <a:lnTo>
                      <a:pt x="299" y="1320"/>
                    </a:lnTo>
                    <a:lnTo>
                      <a:pt x="322" y="1375"/>
                    </a:lnTo>
                    <a:lnTo>
                      <a:pt x="347" y="1429"/>
                    </a:lnTo>
                    <a:lnTo>
                      <a:pt x="375" y="1480"/>
                    </a:lnTo>
                    <a:lnTo>
                      <a:pt x="406" y="1530"/>
                    </a:lnTo>
                    <a:lnTo>
                      <a:pt x="440" y="1576"/>
                    </a:lnTo>
                    <a:lnTo>
                      <a:pt x="476" y="1620"/>
                    </a:lnTo>
                    <a:lnTo>
                      <a:pt x="513" y="1659"/>
                    </a:lnTo>
                    <a:lnTo>
                      <a:pt x="553" y="1695"/>
                    </a:lnTo>
                    <a:lnTo>
                      <a:pt x="594" y="1726"/>
                    </a:lnTo>
                    <a:lnTo>
                      <a:pt x="638" y="1753"/>
                    </a:lnTo>
                    <a:lnTo>
                      <a:pt x="683" y="1774"/>
                    </a:lnTo>
                    <a:lnTo>
                      <a:pt x="729" y="1789"/>
                    </a:lnTo>
                    <a:lnTo>
                      <a:pt x="777" y="1800"/>
                    </a:lnTo>
                    <a:lnTo>
                      <a:pt x="825" y="1803"/>
                    </a:lnTo>
                    <a:lnTo>
                      <a:pt x="875" y="1800"/>
                    </a:lnTo>
                    <a:lnTo>
                      <a:pt x="922" y="1789"/>
                    </a:lnTo>
                    <a:lnTo>
                      <a:pt x="968" y="1774"/>
                    </a:lnTo>
                    <a:lnTo>
                      <a:pt x="1013" y="1753"/>
                    </a:lnTo>
                    <a:lnTo>
                      <a:pt x="1056" y="1726"/>
                    </a:lnTo>
                    <a:lnTo>
                      <a:pt x="1099" y="1695"/>
                    </a:lnTo>
                    <a:lnTo>
                      <a:pt x="1139" y="1659"/>
                    </a:lnTo>
                    <a:lnTo>
                      <a:pt x="1176" y="1619"/>
                    </a:lnTo>
                    <a:lnTo>
                      <a:pt x="1212" y="1576"/>
                    </a:lnTo>
                    <a:lnTo>
                      <a:pt x="1245" y="1529"/>
                    </a:lnTo>
                    <a:lnTo>
                      <a:pt x="1276" y="1480"/>
                    </a:lnTo>
                    <a:lnTo>
                      <a:pt x="1305" y="1428"/>
                    </a:lnTo>
                    <a:lnTo>
                      <a:pt x="1330" y="1374"/>
                    </a:lnTo>
                    <a:lnTo>
                      <a:pt x="1353" y="1319"/>
                    </a:lnTo>
                    <a:lnTo>
                      <a:pt x="1372" y="1262"/>
                    </a:lnTo>
                    <a:lnTo>
                      <a:pt x="1388" y="1205"/>
                    </a:lnTo>
                    <a:lnTo>
                      <a:pt x="1401" y="1147"/>
                    </a:lnTo>
                    <a:lnTo>
                      <a:pt x="1411" y="1089"/>
                    </a:lnTo>
                    <a:lnTo>
                      <a:pt x="1416" y="1032"/>
                    </a:lnTo>
                    <a:lnTo>
                      <a:pt x="1418" y="974"/>
                    </a:lnTo>
                    <a:lnTo>
                      <a:pt x="1417" y="904"/>
                    </a:lnTo>
                    <a:lnTo>
                      <a:pt x="1414" y="838"/>
                    </a:lnTo>
                    <a:lnTo>
                      <a:pt x="1339" y="839"/>
                    </a:lnTo>
                    <a:lnTo>
                      <a:pt x="1266" y="836"/>
                    </a:lnTo>
                    <a:lnTo>
                      <a:pt x="1198" y="830"/>
                    </a:lnTo>
                    <a:lnTo>
                      <a:pt x="1133" y="820"/>
                    </a:lnTo>
                    <a:lnTo>
                      <a:pt x="1070" y="808"/>
                    </a:lnTo>
                    <a:lnTo>
                      <a:pt x="1012" y="794"/>
                    </a:lnTo>
                    <a:lnTo>
                      <a:pt x="956" y="777"/>
                    </a:lnTo>
                    <a:lnTo>
                      <a:pt x="903" y="757"/>
                    </a:lnTo>
                    <a:lnTo>
                      <a:pt x="853" y="737"/>
                    </a:lnTo>
                    <a:lnTo>
                      <a:pt x="806" y="713"/>
                    </a:lnTo>
                    <a:lnTo>
                      <a:pt x="762" y="690"/>
                    </a:lnTo>
                    <a:lnTo>
                      <a:pt x="721" y="664"/>
                    </a:lnTo>
                    <a:lnTo>
                      <a:pt x="682" y="638"/>
                    </a:lnTo>
                    <a:lnTo>
                      <a:pt x="646" y="610"/>
                    </a:lnTo>
                    <a:lnTo>
                      <a:pt x="612" y="583"/>
                    </a:lnTo>
                    <a:lnTo>
                      <a:pt x="581" y="555"/>
                    </a:lnTo>
                    <a:lnTo>
                      <a:pt x="552" y="527"/>
                    </a:lnTo>
                    <a:lnTo>
                      <a:pt x="526" y="499"/>
                    </a:lnTo>
                    <a:close/>
                    <a:moveTo>
                      <a:pt x="808" y="0"/>
                    </a:moveTo>
                    <a:lnTo>
                      <a:pt x="851" y="3"/>
                    </a:lnTo>
                    <a:lnTo>
                      <a:pt x="897" y="11"/>
                    </a:lnTo>
                    <a:lnTo>
                      <a:pt x="944" y="23"/>
                    </a:lnTo>
                    <a:lnTo>
                      <a:pt x="993" y="39"/>
                    </a:lnTo>
                    <a:lnTo>
                      <a:pt x="1044" y="60"/>
                    </a:lnTo>
                    <a:lnTo>
                      <a:pt x="1097" y="86"/>
                    </a:lnTo>
                    <a:lnTo>
                      <a:pt x="1152" y="118"/>
                    </a:lnTo>
                    <a:lnTo>
                      <a:pt x="1179" y="135"/>
                    </a:lnTo>
                    <a:lnTo>
                      <a:pt x="1208" y="155"/>
                    </a:lnTo>
                    <a:lnTo>
                      <a:pt x="1239" y="179"/>
                    </a:lnTo>
                    <a:lnTo>
                      <a:pt x="1271" y="205"/>
                    </a:lnTo>
                    <a:lnTo>
                      <a:pt x="1304" y="233"/>
                    </a:lnTo>
                    <a:lnTo>
                      <a:pt x="1334" y="261"/>
                    </a:lnTo>
                    <a:lnTo>
                      <a:pt x="1363" y="292"/>
                    </a:lnTo>
                    <a:lnTo>
                      <a:pt x="1388" y="323"/>
                    </a:lnTo>
                    <a:lnTo>
                      <a:pt x="1409" y="353"/>
                    </a:lnTo>
                    <a:lnTo>
                      <a:pt x="1409" y="353"/>
                    </a:lnTo>
                    <a:lnTo>
                      <a:pt x="1433" y="389"/>
                    </a:lnTo>
                    <a:lnTo>
                      <a:pt x="1455" y="429"/>
                    </a:lnTo>
                    <a:lnTo>
                      <a:pt x="1475" y="472"/>
                    </a:lnTo>
                    <a:lnTo>
                      <a:pt x="1493" y="519"/>
                    </a:lnTo>
                    <a:lnTo>
                      <a:pt x="1509" y="570"/>
                    </a:lnTo>
                    <a:lnTo>
                      <a:pt x="1524" y="626"/>
                    </a:lnTo>
                    <a:lnTo>
                      <a:pt x="1535" y="685"/>
                    </a:lnTo>
                    <a:lnTo>
                      <a:pt x="1545" y="749"/>
                    </a:lnTo>
                    <a:lnTo>
                      <a:pt x="1551" y="817"/>
                    </a:lnTo>
                    <a:lnTo>
                      <a:pt x="1555" y="892"/>
                    </a:lnTo>
                    <a:lnTo>
                      <a:pt x="1573" y="900"/>
                    </a:lnTo>
                    <a:lnTo>
                      <a:pt x="1590" y="910"/>
                    </a:lnTo>
                    <a:lnTo>
                      <a:pt x="1605" y="922"/>
                    </a:lnTo>
                    <a:lnTo>
                      <a:pt x="1619" y="939"/>
                    </a:lnTo>
                    <a:lnTo>
                      <a:pt x="1632" y="957"/>
                    </a:lnTo>
                    <a:lnTo>
                      <a:pt x="1642" y="979"/>
                    </a:lnTo>
                    <a:lnTo>
                      <a:pt x="1651" y="1003"/>
                    </a:lnTo>
                    <a:lnTo>
                      <a:pt x="1657" y="1032"/>
                    </a:lnTo>
                    <a:lnTo>
                      <a:pt x="1661" y="1064"/>
                    </a:lnTo>
                    <a:lnTo>
                      <a:pt x="1662" y="1102"/>
                    </a:lnTo>
                    <a:lnTo>
                      <a:pt x="1660" y="1143"/>
                    </a:lnTo>
                    <a:lnTo>
                      <a:pt x="1655" y="1183"/>
                    </a:lnTo>
                    <a:lnTo>
                      <a:pt x="1648" y="1218"/>
                    </a:lnTo>
                    <a:lnTo>
                      <a:pt x="1638" y="1250"/>
                    </a:lnTo>
                    <a:lnTo>
                      <a:pt x="1625" y="1278"/>
                    </a:lnTo>
                    <a:lnTo>
                      <a:pt x="1611" y="1304"/>
                    </a:lnTo>
                    <a:lnTo>
                      <a:pt x="1595" y="1325"/>
                    </a:lnTo>
                    <a:lnTo>
                      <a:pt x="1577" y="1344"/>
                    </a:lnTo>
                    <a:lnTo>
                      <a:pt x="1558" y="1360"/>
                    </a:lnTo>
                    <a:lnTo>
                      <a:pt x="1537" y="1372"/>
                    </a:lnTo>
                    <a:lnTo>
                      <a:pt x="1515" y="1382"/>
                    </a:lnTo>
                    <a:lnTo>
                      <a:pt x="1493" y="1390"/>
                    </a:lnTo>
                    <a:lnTo>
                      <a:pt x="1471" y="1395"/>
                    </a:lnTo>
                    <a:lnTo>
                      <a:pt x="1445" y="1454"/>
                    </a:lnTo>
                    <a:lnTo>
                      <a:pt x="1416" y="1512"/>
                    </a:lnTo>
                    <a:lnTo>
                      <a:pt x="1385" y="1567"/>
                    </a:lnTo>
                    <a:lnTo>
                      <a:pt x="1350" y="1620"/>
                    </a:lnTo>
                    <a:lnTo>
                      <a:pt x="1313" y="1670"/>
                    </a:lnTo>
                    <a:lnTo>
                      <a:pt x="1273" y="1717"/>
                    </a:lnTo>
                    <a:lnTo>
                      <a:pt x="1231" y="1761"/>
                    </a:lnTo>
                    <a:lnTo>
                      <a:pt x="1187" y="1801"/>
                    </a:lnTo>
                    <a:lnTo>
                      <a:pt x="1141" y="1836"/>
                    </a:lnTo>
                    <a:lnTo>
                      <a:pt x="1092" y="1868"/>
                    </a:lnTo>
                    <a:lnTo>
                      <a:pt x="1042" y="1893"/>
                    </a:lnTo>
                    <a:lnTo>
                      <a:pt x="990" y="1915"/>
                    </a:lnTo>
                    <a:lnTo>
                      <a:pt x="937" y="1930"/>
                    </a:lnTo>
                    <a:lnTo>
                      <a:pt x="882" y="1939"/>
                    </a:lnTo>
                    <a:lnTo>
                      <a:pt x="825" y="1942"/>
                    </a:lnTo>
                    <a:lnTo>
                      <a:pt x="769" y="1939"/>
                    </a:lnTo>
                    <a:lnTo>
                      <a:pt x="714" y="1930"/>
                    </a:lnTo>
                    <a:lnTo>
                      <a:pt x="661" y="1915"/>
                    </a:lnTo>
                    <a:lnTo>
                      <a:pt x="608" y="1893"/>
                    </a:lnTo>
                    <a:lnTo>
                      <a:pt x="558" y="1867"/>
                    </a:lnTo>
                    <a:lnTo>
                      <a:pt x="510" y="1836"/>
                    </a:lnTo>
                    <a:lnTo>
                      <a:pt x="464" y="1800"/>
                    </a:lnTo>
                    <a:lnTo>
                      <a:pt x="419" y="1760"/>
                    </a:lnTo>
                    <a:lnTo>
                      <a:pt x="377" y="1716"/>
                    </a:lnTo>
                    <a:lnTo>
                      <a:pt x="337" y="1669"/>
                    </a:lnTo>
                    <a:lnTo>
                      <a:pt x="300" y="1618"/>
                    </a:lnTo>
                    <a:lnTo>
                      <a:pt x="266" y="1565"/>
                    </a:lnTo>
                    <a:lnTo>
                      <a:pt x="234" y="1510"/>
                    </a:lnTo>
                    <a:lnTo>
                      <a:pt x="205" y="1452"/>
                    </a:lnTo>
                    <a:lnTo>
                      <a:pt x="179" y="1392"/>
                    </a:lnTo>
                    <a:lnTo>
                      <a:pt x="156" y="1386"/>
                    </a:lnTo>
                    <a:lnTo>
                      <a:pt x="133" y="1376"/>
                    </a:lnTo>
                    <a:lnTo>
                      <a:pt x="111" y="1364"/>
                    </a:lnTo>
                    <a:lnTo>
                      <a:pt x="91" y="1349"/>
                    </a:lnTo>
                    <a:lnTo>
                      <a:pt x="72" y="1330"/>
                    </a:lnTo>
                    <a:lnTo>
                      <a:pt x="55" y="1309"/>
                    </a:lnTo>
                    <a:lnTo>
                      <a:pt x="39" y="1284"/>
                    </a:lnTo>
                    <a:lnTo>
                      <a:pt x="26" y="1254"/>
                    </a:lnTo>
                    <a:lnTo>
                      <a:pt x="15" y="1221"/>
                    </a:lnTo>
                    <a:lnTo>
                      <a:pt x="7" y="1184"/>
                    </a:lnTo>
                    <a:lnTo>
                      <a:pt x="2" y="1143"/>
                    </a:lnTo>
                    <a:lnTo>
                      <a:pt x="0" y="1104"/>
                    </a:lnTo>
                    <a:lnTo>
                      <a:pt x="1" y="1068"/>
                    </a:lnTo>
                    <a:lnTo>
                      <a:pt x="4" y="1038"/>
                    </a:lnTo>
                    <a:lnTo>
                      <a:pt x="9" y="1009"/>
                    </a:lnTo>
                    <a:lnTo>
                      <a:pt x="17" y="985"/>
                    </a:lnTo>
                    <a:lnTo>
                      <a:pt x="27" y="964"/>
                    </a:lnTo>
                    <a:lnTo>
                      <a:pt x="38" y="946"/>
                    </a:lnTo>
                    <a:lnTo>
                      <a:pt x="50" y="930"/>
                    </a:lnTo>
                    <a:lnTo>
                      <a:pt x="65" y="916"/>
                    </a:lnTo>
                    <a:lnTo>
                      <a:pt x="80" y="906"/>
                    </a:lnTo>
                    <a:lnTo>
                      <a:pt x="96" y="897"/>
                    </a:lnTo>
                    <a:lnTo>
                      <a:pt x="98" y="851"/>
                    </a:lnTo>
                    <a:lnTo>
                      <a:pt x="89" y="794"/>
                    </a:lnTo>
                    <a:lnTo>
                      <a:pt x="85" y="740"/>
                    </a:lnTo>
                    <a:lnTo>
                      <a:pt x="83" y="690"/>
                    </a:lnTo>
                    <a:lnTo>
                      <a:pt x="85" y="643"/>
                    </a:lnTo>
                    <a:lnTo>
                      <a:pt x="90" y="599"/>
                    </a:lnTo>
                    <a:lnTo>
                      <a:pt x="98" y="559"/>
                    </a:lnTo>
                    <a:lnTo>
                      <a:pt x="108" y="522"/>
                    </a:lnTo>
                    <a:lnTo>
                      <a:pt x="120" y="487"/>
                    </a:lnTo>
                    <a:lnTo>
                      <a:pt x="134" y="455"/>
                    </a:lnTo>
                    <a:lnTo>
                      <a:pt x="149" y="427"/>
                    </a:lnTo>
                    <a:lnTo>
                      <a:pt x="166" y="400"/>
                    </a:lnTo>
                    <a:lnTo>
                      <a:pt x="183" y="377"/>
                    </a:lnTo>
                    <a:lnTo>
                      <a:pt x="202" y="355"/>
                    </a:lnTo>
                    <a:lnTo>
                      <a:pt x="220" y="337"/>
                    </a:lnTo>
                    <a:lnTo>
                      <a:pt x="239" y="320"/>
                    </a:lnTo>
                    <a:lnTo>
                      <a:pt x="257" y="305"/>
                    </a:lnTo>
                    <a:lnTo>
                      <a:pt x="274" y="293"/>
                    </a:lnTo>
                    <a:lnTo>
                      <a:pt x="290" y="282"/>
                    </a:lnTo>
                    <a:lnTo>
                      <a:pt x="305" y="273"/>
                    </a:lnTo>
                    <a:lnTo>
                      <a:pt x="319" y="266"/>
                    </a:lnTo>
                    <a:lnTo>
                      <a:pt x="331" y="260"/>
                    </a:lnTo>
                    <a:lnTo>
                      <a:pt x="341" y="255"/>
                    </a:lnTo>
                    <a:lnTo>
                      <a:pt x="348" y="253"/>
                    </a:lnTo>
                    <a:lnTo>
                      <a:pt x="352" y="246"/>
                    </a:lnTo>
                    <a:lnTo>
                      <a:pt x="359" y="237"/>
                    </a:lnTo>
                    <a:lnTo>
                      <a:pt x="367" y="225"/>
                    </a:lnTo>
                    <a:lnTo>
                      <a:pt x="377" y="212"/>
                    </a:lnTo>
                    <a:lnTo>
                      <a:pt x="390" y="196"/>
                    </a:lnTo>
                    <a:lnTo>
                      <a:pt x="404" y="180"/>
                    </a:lnTo>
                    <a:lnTo>
                      <a:pt x="421" y="163"/>
                    </a:lnTo>
                    <a:lnTo>
                      <a:pt x="439" y="145"/>
                    </a:lnTo>
                    <a:lnTo>
                      <a:pt x="459" y="127"/>
                    </a:lnTo>
                    <a:lnTo>
                      <a:pt x="481" y="108"/>
                    </a:lnTo>
                    <a:lnTo>
                      <a:pt x="505" y="91"/>
                    </a:lnTo>
                    <a:lnTo>
                      <a:pt x="531" y="74"/>
                    </a:lnTo>
                    <a:lnTo>
                      <a:pt x="559" y="57"/>
                    </a:lnTo>
                    <a:lnTo>
                      <a:pt x="589" y="43"/>
                    </a:lnTo>
                    <a:lnTo>
                      <a:pt x="620" y="30"/>
                    </a:lnTo>
                    <a:lnTo>
                      <a:pt x="655" y="19"/>
                    </a:lnTo>
                    <a:lnTo>
                      <a:pt x="690" y="10"/>
                    </a:lnTo>
                    <a:lnTo>
                      <a:pt x="728" y="3"/>
                    </a:lnTo>
                    <a:lnTo>
                      <a:pt x="767" y="0"/>
                    </a:lnTo>
                    <a:lnTo>
                      <a:pt x="80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" name="Freeform 23">
                <a:extLst>
                  <a:ext uri="{FF2B5EF4-FFF2-40B4-BE49-F238E27FC236}">
                    <a16:creationId xmlns:a16="http://schemas.microsoft.com/office/drawing/2014/main" id="{7EDCDF4E-A8FB-B975-248F-2E01593ED8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64" y="4250"/>
                <a:ext cx="83" cy="27"/>
              </a:xfrm>
              <a:custGeom>
                <a:avLst/>
                <a:gdLst>
                  <a:gd name="T0" fmla="*/ 613 w 916"/>
                  <a:gd name="T1" fmla="*/ 78 h 300"/>
                  <a:gd name="T2" fmla="*/ 561 w 916"/>
                  <a:gd name="T3" fmla="*/ 109 h 300"/>
                  <a:gd name="T4" fmla="*/ 554 w 916"/>
                  <a:gd name="T5" fmla="*/ 165 h 300"/>
                  <a:gd name="T6" fmla="*/ 579 w 916"/>
                  <a:gd name="T7" fmla="*/ 210 h 300"/>
                  <a:gd name="T8" fmla="*/ 665 w 916"/>
                  <a:gd name="T9" fmla="*/ 229 h 300"/>
                  <a:gd name="T10" fmla="*/ 787 w 916"/>
                  <a:gd name="T11" fmla="*/ 223 h 300"/>
                  <a:gd name="T12" fmla="*/ 839 w 916"/>
                  <a:gd name="T13" fmla="*/ 191 h 300"/>
                  <a:gd name="T14" fmla="*/ 846 w 916"/>
                  <a:gd name="T15" fmla="*/ 135 h 300"/>
                  <a:gd name="T16" fmla="*/ 820 w 916"/>
                  <a:gd name="T17" fmla="*/ 90 h 300"/>
                  <a:gd name="T18" fmla="*/ 734 w 916"/>
                  <a:gd name="T19" fmla="*/ 72 h 300"/>
                  <a:gd name="T20" fmla="*/ 153 w 916"/>
                  <a:gd name="T21" fmla="*/ 74 h 300"/>
                  <a:gd name="T22" fmla="*/ 85 w 916"/>
                  <a:gd name="T23" fmla="*/ 99 h 300"/>
                  <a:gd name="T24" fmla="*/ 70 w 916"/>
                  <a:gd name="T25" fmla="*/ 150 h 300"/>
                  <a:gd name="T26" fmla="*/ 85 w 916"/>
                  <a:gd name="T27" fmla="*/ 201 h 300"/>
                  <a:gd name="T28" fmla="*/ 153 w 916"/>
                  <a:gd name="T29" fmla="*/ 227 h 300"/>
                  <a:gd name="T30" fmla="*/ 280 w 916"/>
                  <a:gd name="T31" fmla="*/ 227 h 300"/>
                  <a:gd name="T32" fmla="*/ 348 w 916"/>
                  <a:gd name="T33" fmla="*/ 201 h 300"/>
                  <a:gd name="T34" fmla="*/ 363 w 916"/>
                  <a:gd name="T35" fmla="*/ 150 h 300"/>
                  <a:gd name="T36" fmla="*/ 348 w 916"/>
                  <a:gd name="T37" fmla="*/ 99 h 300"/>
                  <a:gd name="T38" fmla="*/ 280 w 916"/>
                  <a:gd name="T39" fmla="*/ 74 h 300"/>
                  <a:gd name="T40" fmla="*/ 234 w 916"/>
                  <a:gd name="T41" fmla="*/ 0 h 300"/>
                  <a:gd name="T42" fmla="*/ 321 w 916"/>
                  <a:gd name="T43" fmla="*/ 9 h 300"/>
                  <a:gd name="T44" fmla="*/ 400 w 916"/>
                  <a:gd name="T45" fmla="*/ 53 h 300"/>
                  <a:gd name="T46" fmla="*/ 574 w 916"/>
                  <a:gd name="T47" fmla="*/ 17 h 300"/>
                  <a:gd name="T48" fmla="*/ 662 w 916"/>
                  <a:gd name="T49" fmla="*/ 1 h 300"/>
                  <a:gd name="T50" fmla="*/ 732 w 916"/>
                  <a:gd name="T51" fmla="*/ 0 h 300"/>
                  <a:gd name="T52" fmla="*/ 806 w 916"/>
                  <a:gd name="T53" fmla="*/ 10 h 300"/>
                  <a:gd name="T54" fmla="*/ 875 w 916"/>
                  <a:gd name="T55" fmla="*/ 45 h 300"/>
                  <a:gd name="T56" fmla="*/ 914 w 916"/>
                  <a:gd name="T57" fmla="*/ 123 h 300"/>
                  <a:gd name="T58" fmla="*/ 900 w 916"/>
                  <a:gd name="T59" fmla="*/ 223 h 300"/>
                  <a:gd name="T60" fmla="*/ 843 w 916"/>
                  <a:gd name="T61" fmla="*/ 277 h 300"/>
                  <a:gd name="T62" fmla="*/ 768 w 916"/>
                  <a:gd name="T63" fmla="*/ 297 h 300"/>
                  <a:gd name="T64" fmla="*/ 699 w 916"/>
                  <a:gd name="T65" fmla="*/ 300 h 300"/>
                  <a:gd name="T66" fmla="*/ 632 w 916"/>
                  <a:gd name="T67" fmla="*/ 297 h 300"/>
                  <a:gd name="T68" fmla="*/ 557 w 916"/>
                  <a:gd name="T69" fmla="*/ 277 h 300"/>
                  <a:gd name="T70" fmla="*/ 500 w 916"/>
                  <a:gd name="T71" fmla="*/ 224 h 300"/>
                  <a:gd name="T72" fmla="*/ 485 w 916"/>
                  <a:gd name="T73" fmla="*/ 137 h 300"/>
                  <a:gd name="T74" fmla="*/ 432 w 916"/>
                  <a:gd name="T75" fmla="*/ 150 h 300"/>
                  <a:gd name="T76" fmla="*/ 405 w 916"/>
                  <a:gd name="T77" fmla="*/ 241 h 300"/>
                  <a:gd name="T78" fmla="*/ 342 w 916"/>
                  <a:gd name="T79" fmla="*/ 284 h 300"/>
                  <a:gd name="T80" fmla="*/ 266 w 916"/>
                  <a:gd name="T81" fmla="*/ 298 h 300"/>
                  <a:gd name="T82" fmla="*/ 201 w 916"/>
                  <a:gd name="T83" fmla="*/ 299 h 300"/>
                  <a:gd name="T84" fmla="*/ 129 w 916"/>
                  <a:gd name="T85" fmla="*/ 294 h 300"/>
                  <a:gd name="T86" fmla="*/ 57 w 916"/>
                  <a:gd name="T87" fmla="*/ 267 h 300"/>
                  <a:gd name="T88" fmla="*/ 7 w 916"/>
                  <a:gd name="T89" fmla="*/ 202 h 300"/>
                  <a:gd name="T90" fmla="*/ 7 w 916"/>
                  <a:gd name="T91" fmla="*/ 98 h 300"/>
                  <a:gd name="T92" fmla="*/ 57 w 916"/>
                  <a:gd name="T93" fmla="*/ 33 h 300"/>
                  <a:gd name="T94" fmla="*/ 129 w 916"/>
                  <a:gd name="T95" fmla="*/ 6 h 300"/>
                  <a:gd name="T96" fmla="*/ 201 w 916"/>
                  <a:gd name="T97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6" h="300">
                    <a:moveTo>
                      <a:pt x="699" y="71"/>
                    </a:moveTo>
                    <a:lnTo>
                      <a:pt x="665" y="72"/>
                    </a:lnTo>
                    <a:lnTo>
                      <a:pt x="636" y="74"/>
                    </a:lnTo>
                    <a:lnTo>
                      <a:pt x="613" y="78"/>
                    </a:lnTo>
                    <a:lnTo>
                      <a:pt x="594" y="83"/>
                    </a:lnTo>
                    <a:lnTo>
                      <a:pt x="579" y="90"/>
                    </a:lnTo>
                    <a:lnTo>
                      <a:pt x="569" y="99"/>
                    </a:lnTo>
                    <a:lnTo>
                      <a:pt x="561" y="109"/>
                    </a:lnTo>
                    <a:lnTo>
                      <a:pt x="556" y="122"/>
                    </a:lnTo>
                    <a:lnTo>
                      <a:pt x="554" y="135"/>
                    </a:lnTo>
                    <a:lnTo>
                      <a:pt x="553" y="150"/>
                    </a:lnTo>
                    <a:lnTo>
                      <a:pt x="554" y="165"/>
                    </a:lnTo>
                    <a:lnTo>
                      <a:pt x="556" y="179"/>
                    </a:lnTo>
                    <a:lnTo>
                      <a:pt x="561" y="191"/>
                    </a:lnTo>
                    <a:lnTo>
                      <a:pt x="569" y="201"/>
                    </a:lnTo>
                    <a:lnTo>
                      <a:pt x="579" y="210"/>
                    </a:lnTo>
                    <a:lnTo>
                      <a:pt x="594" y="216"/>
                    </a:lnTo>
                    <a:lnTo>
                      <a:pt x="613" y="223"/>
                    </a:lnTo>
                    <a:lnTo>
                      <a:pt x="636" y="227"/>
                    </a:lnTo>
                    <a:lnTo>
                      <a:pt x="665" y="229"/>
                    </a:lnTo>
                    <a:lnTo>
                      <a:pt x="699" y="230"/>
                    </a:lnTo>
                    <a:lnTo>
                      <a:pt x="734" y="229"/>
                    </a:lnTo>
                    <a:lnTo>
                      <a:pt x="763" y="227"/>
                    </a:lnTo>
                    <a:lnTo>
                      <a:pt x="787" y="223"/>
                    </a:lnTo>
                    <a:lnTo>
                      <a:pt x="805" y="216"/>
                    </a:lnTo>
                    <a:lnTo>
                      <a:pt x="820" y="210"/>
                    </a:lnTo>
                    <a:lnTo>
                      <a:pt x="831" y="201"/>
                    </a:lnTo>
                    <a:lnTo>
                      <a:pt x="839" y="191"/>
                    </a:lnTo>
                    <a:lnTo>
                      <a:pt x="843" y="179"/>
                    </a:lnTo>
                    <a:lnTo>
                      <a:pt x="846" y="165"/>
                    </a:lnTo>
                    <a:lnTo>
                      <a:pt x="847" y="150"/>
                    </a:lnTo>
                    <a:lnTo>
                      <a:pt x="846" y="135"/>
                    </a:lnTo>
                    <a:lnTo>
                      <a:pt x="843" y="122"/>
                    </a:lnTo>
                    <a:lnTo>
                      <a:pt x="839" y="109"/>
                    </a:lnTo>
                    <a:lnTo>
                      <a:pt x="831" y="99"/>
                    </a:lnTo>
                    <a:lnTo>
                      <a:pt x="820" y="90"/>
                    </a:lnTo>
                    <a:lnTo>
                      <a:pt x="805" y="83"/>
                    </a:lnTo>
                    <a:lnTo>
                      <a:pt x="787" y="78"/>
                    </a:lnTo>
                    <a:lnTo>
                      <a:pt x="763" y="74"/>
                    </a:lnTo>
                    <a:lnTo>
                      <a:pt x="734" y="72"/>
                    </a:lnTo>
                    <a:lnTo>
                      <a:pt x="699" y="71"/>
                    </a:lnTo>
                    <a:close/>
                    <a:moveTo>
                      <a:pt x="216" y="71"/>
                    </a:moveTo>
                    <a:lnTo>
                      <a:pt x="182" y="72"/>
                    </a:lnTo>
                    <a:lnTo>
                      <a:pt x="153" y="74"/>
                    </a:lnTo>
                    <a:lnTo>
                      <a:pt x="130" y="78"/>
                    </a:lnTo>
                    <a:lnTo>
                      <a:pt x="111" y="83"/>
                    </a:lnTo>
                    <a:lnTo>
                      <a:pt x="96" y="90"/>
                    </a:lnTo>
                    <a:lnTo>
                      <a:pt x="85" y="99"/>
                    </a:lnTo>
                    <a:lnTo>
                      <a:pt x="78" y="109"/>
                    </a:lnTo>
                    <a:lnTo>
                      <a:pt x="73" y="122"/>
                    </a:lnTo>
                    <a:lnTo>
                      <a:pt x="70" y="135"/>
                    </a:lnTo>
                    <a:lnTo>
                      <a:pt x="70" y="150"/>
                    </a:lnTo>
                    <a:lnTo>
                      <a:pt x="70" y="165"/>
                    </a:lnTo>
                    <a:lnTo>
                      <a:pt x="73" y="179"/>
                    </a:lnTo>
                    <a:lnTo>
                      <a:pt x="78" y="191"/>
                    </a:lnTo>
                    <a:lnTo>
                      <a:pt x="85" y="201"/>
                    </a:lnTo>
                    <a:lnTo>
                      <a:pt x="96" y="210"/>
                    </a:lnTo>
                    <a:lnTo>
                      <a:pt x="111" y="216"/>
                    </a:lnTo>
                    <a:lnTo>
                      <a:pt x="130" y="223"/>
                    </a:lnTo>
                    <a:lnTo>
                      <a:pt x="153" y="227"/>
                    </a:lnTo>
                    <a:lnTo>
                      <a:pt x="182" y="229"/>
                    </a:lnTo>
                    <a:lnTo>
                      <a:pt x="216" y="230"/>
                    </a:lnTo>
                    <a:lnTo>
                      <a:pt x="250" y="229"/>
                    </a:lnTo>
                    <a:lnTo>
                      <a:pt x="280" y="227"/>
                    </a:lnTo>
                    <a:lnTo>
                      <a:pt x="304" y="223"/>
                    </a:lnTo>
                    <a:lnTo>
                      <a:pt x="322" y="216"/>
                    </a:lnTo>
                    <a:lnTo>
                      <a:pt x="337" y="210"/>
                    </a:lnTo>
                    <a:lnTo>
                      <a:pt x="348" y="201"/>
                    </a:lnTo>
                    <a:lnTo>
                      <a:pt x="355" y="191"/>
                    </a:lnTo>
                    <a:lnTo>
                      <a:pt x="360" y="179"/>
                    </a:lnTo>
                    <a:lnTo>
                      <a:pt x="363" y="165"/>
                    </a:lnTo>
                    <a:lnTo>
                      <a:pt x="363" y="150"/>
                    </a:lnTo>
                    <a:lnTo>
                      <a:pt x="363" y="135"/>
                    </a:lnTo>
                    <a:lnTo>
                      <a:pt x="360" y="122"/>
                    </a:lnTo>
                    <a:lnTo>
                      <a:pt x="355" y="109"/>
                    </a:lnTo>
                    <a:lnTo>
                      <a:pt x="348" y="99"/>
                    </a:lnTo>
                    <a:lnTo>
                      <a:pt x="337" y="90"/>
                    </a:lnTo>
                    <a:lnTo>
                      <a:pt x="322" y="83"/>
                    </a:lnTo>
                    <a:lnTo>
                      <a:pt x="304" y="78"/>
                    </a:lnTo>
                    <a:lnTo>
                      <a:pt x="280" y="74"/>
                    </a:lnTo>
                    <a:lnTo>
                      <a:pt x="250" y="72"/>
                    </a:lnTo>
                    <a:lnTo>
                      <a:pt x="216" y="71"/>
                    </a:lnTo>
                    <a:close/>
                    <a:moveTo>
                      <a:pt x="216" y="0"/>
                    </a:moveTo>
                    <a:lnTo>
                      <a:pt x="234" y="0"/>
                    </a:lnTo>
                    <a:lnTo>
                      <a:pt x="254" y="1"/>
                    </a:lnTo>
                    <a:lnTo>
                      <a:pt x="276" y="2"/>
                    </a:lnTo>
                    <a:lnTo>
                      <a:pt x="298" y="5"/>
                    </a:lnTo>
                    <a:lnTo>
                      <a:pt x="321" y="9"/>
                    </a:lnTo>
                    <a:lnTo>
                      <a:pt x="343" y="17"/>
                    </a:lnTo>
                    <a:lnTo>
                      <a:pt x="364" y="26"/>
                    </a:lnTo>
                    <a:lnTo>
                      <a:pt x="383" y="37"/>
                    </a:lnTo>
                    <a:lnTo>
                      <a:pt x="400" y="53"/>
                    </a:lnTo>
                    <a:lnTo>
                      <a:pt x="516" y="53"/>
                    </a:lnTo>
                    <a:lnTo>
                      <a:pt x="533" y="37"/>
                    </a:lnTo>
                    <a:lnTo>
                      <a:pt x="553" y="26"/>
                    </a:lnTo>
                    <a:lnTo>
                      <a:pt x="574" y="17"/>
                    </a:lnTo>
                    <a:lnTo>
                      <a:pt x="596" y="9"/>
                    </a:lnTo>
                    <a:lnTo>
                      <a:pt x="618" y="5"/>
                    </a:lnTo>
                    <a:lnTo>
                      <a:pt x="640" y="2"/>
                    </a:lnTo>
                    <a:lnTo>
                      <a:pt x="662" y="1"/>
                    </a:lnTo>
                    <a:lnTo>
                      <a:pt x="682" y="0"/>
                    </a:lnTo>
                    <a:lnTo>
                      <a:pt x="699" y="0"/>
                    </a:lnTo>
                    <a:lnTo>
                      <a:pt x="715" y="0"/>
                    </a:lnTo>
                    <a:lnTo>
                      <a:pt x="732" y="0"/>
                    </a:lnTo>
                    <a:lnTo>
                      <a:pt x="749" y="1"/>
                    </a:lnTo>
                    <a:lnTo>
                      <a:pt x="768" y="3"/>
                    </a:lnTo>
                    <a:lnTo>
                      <a:pt x="787" y="6"/>
                    </a:lnTo>
                    <a:lnTo>
                      <a:pt x="806" y="10"/>
                    </a:lnTo>
                    <a:lnTo>
                      <a:pt x="825" y="16"/>
                    </a:lnTo>
                    <a:lnTo>
                      <a:pt x="843" y="24"/>
                    </a:lnTo>
                    <a:lnTo>
                      <a:pt x="860" y="33"/>
                    </a:lnTo>
                    <a:lnTo>
                      <a:pt x="875" y="45"/>
                    </a:lnTo>
                    <a:lnTo>
                      <a:pt x="889" y="59"/>
                    </a:lnTo>
                    <a:lnTo>
                      <a:pt x="900" y="77"/>
                    </a:lnTo>
                    <a:lnTo>
                      <a:pt x="908" y="98"/>
                    </a:lnTo>
                    <a:lnTo>
                      <a:pt x="914" y="123"/>
                    </a:lnTo>
                    <a:lnTo>
                      <a:pt x="916" y="150"/>
                    </a:lnTo>
                    <a:lnTo>
                      <a:pt x="914" y="178"/>
                    </a:lnTo>
                    <a:lnTo>
                      <a:pt x="908" y="202"/>
                    </a:lnTo>
                    <a:lnTo>
                      <a:pt x="900" y="223"/>
                    </a:lnTo>
                    <a:lnTo>
                      <a:pt x="889" y="241"/>
                    </a:lnTo>
                    <a:lnTo>
                      <a:pt x="875" y="255"/>
                    </a:lnTo>
                    <a:lnTo>
                      <a:pt x="860" y="267"/>
                    </a:lnTo>
                    <a:lnTo>
                      <a:pt x="843" y="277"/>
                    </a:lnTo>
                    <a:lnTo>
                      <a:pt x="825" y="285"/>
                    </a:lnTo>
                    <a:lnTo>
                      <a:pt x="806" y="290"/>
                    </a:lnTo>
                    <a:lnTo>
                      <a:pt x="787" y="294"/>
                    </a:lnTo>
                    <a:lnTo>
                      <a:pt x="768" y="297"/>
                    </a:lnTo>
                    <a:lnTo>
                      <a:pt x="749" y="298"/>
                    </a:lnTo>
                    <a:lnTo>
                      <a:pt x="732" y="299"/>
                    </a:lnTo>
                    <a:lnTo>
                      <a:pt x="715" y="299"/>
                    </a:lnTo>
                    <a:lnTo>
                      <a:pt x="699" y="300"/>
                    </a:lnTo>
                    <a:lnTo>
                      <a:pt x="685" y="299"/>
                    </a:lnTo>
                    <a:lnTo>
                      <a:pt x="668" y="299"/>
                    </a:lnTo>
                    <a:lnTo>
                      <a:pt x="650" y="298"/>
                    </a:lnTo>
                    <a:lnTo>
                      <a:pt x="632" y="297"/>
                    </a:lnTo>
                    <a:lnTo>
                      <a:pt x="613" y="294"/>
                    </a:lnTo>
                    <a:lnTo>
                      <a:pt x="593" y="290"/>
                    </a:lnTo>
                    <a:lnTo>
                      <a:pt x="575" y="285"/>
                    </a:lnTo>
                    <a:lnTo>
                      <a:pt x="557" y="277"/>
                    </a:lnTo>
                    <a:lnTo>
                      <a:pt x="540" y="267"/>
                    </a:lnTo>
                    <a:lnTo>
                      <a:pt x="524" y="255"/>
                    </a:lnTo>
                    <a:lnTo>
                      <a:pt x="511" y="241"/>
                    </a:lnTo>
                    <a:lnTo>
                      <a:pt x="500" y="224"/>
                    </a:lnTo>
                    <a:lnTo>
                      <a:pt x="491" y="202"/>
                    </a:lnTo>
                    <a:lnTo>
                      <a:pt x="486" y="179"/>
                    </a:lnTo>
                    <a:lnTo>
                      <a:pt x="484" y="150"/>
                    </a:lnTo>
                    <a:lnTo>
                      <a:pt x="485" y="137"/>
                    </a:lnTo>
                    <a:lnTo>
                      <a:pt x="486" y="125"/>
                    </a:lnTo>
                    <a:lnTo>
                      <a:pt x="430" y="125"/>
                    </a:lnTo>
                    <a:lnTo>
                      <a:pt x="432" y="137"/>
                    </a:lnTo>
                    <a:lnTo>
                      <a:pt x="432" y="150"/>
                    </a:lnTo>
                    <a:lnTo>
                      <a:pt x="430" y="179"/>
                    </a:lnTo>
                    <a:lnTo>
                      <a:pt x="425" y="202"/>
                    </a:lnTo>
                    <a:lnTo>
                      <a:pt x="416" y="224"/>
                    </a:lnTo>
                    <a:lnTo>
                      <a:pt x="405" y="241"/>
                    </a:lnTo>
                    <a:lnTo>
                      <a:pt x="392" y="255"/>
                    </a:lnTo>
                    <a:lnTo>
                      <a:pt x="377" y="267"/>
                    </a:lnTo>
                    <a:lnTo>
                      <a:pt x="360" y="277"/>
                    </a:lnTo>
                    <a:lnTo>
                      <a:pt x="342" y="284"/>
                    </a:lnTo>
                    <a:lnTo>
                      <a:pt x="323" y="290"/>
                    </a:lnTo>
                    <a:lnTo>
                      <a:pt x="304" y="294"/>
                    </a:lnTo>
                    <a:lnTo>
                      <a:pt x="285" y="296"/>
                    </a:lnTo>
                    <a:lnTo>
                      <a:pt x="266" y="298"/>
                    </a:lnTo>
                    <a:lnTo>
                      <a:pt x="248" y="299"/>
                    </a:lnTo>
                    <a:lnTo>
                      <a:pt x="231" y="299"/>
                    </a:lnTo>
                    <a:lnTo>
                      <a:pt x="216" y="299"/>
                    </a:lnTo>
                    <a:lnTo>
                      <a:pt x="201" y="299"/>
                    </a:lnTo>
                    <a:lnTo>
                      <a:pt x="185" y="299"/>
                    </a:lnTo>
                    <a:lnTo>
                      <a:pt x="167" y="298"/>
                    </a:lnTo>
                    <a:lnTo>
                      <a:pt x="148" y="296"/>
                    </a:lnTo>
                    <a:lnTo>
                      <a:pt x="129" y="294"/>
                    </a:lnTo>
                    <a:lnTo>
                      <a:pt x="110" y="290"/>
                    </a:lnTo>
                    <a:lnTo>
                      <a:pt x="91" y="284"/>
                    </a:lnTo>
                    <a:lnTo>
                      <a:pt x="73" y="277"/>
                    </a:lnTo>
                    <a:lnTo>
                      <a:pt x="57" y="267"/>
                    </a:lnTo>
                    <a:lnTo>
                      <a:pt x="41" y="255"/>
                    </a:lnTo>
                    <a:lnTo>
                      <a:pt x="27" y="240"/>
                    </a:lnTo>
                    <a:lnTo>
                      <a:pt x="16" y="223"/>
                    </a:lnTo>
                    <a:lnTo>
                      <a:pt x="7" y="202"/>
                    </a:lnTo>
                    <a:lnTo>
                      <a:pt x="2" y="178"/>
                    </a:lnTo>
                    <a:lnTo>
                      <a:pt x="0" y="150"/>
                    </a:lnTo>
                    <a:lnTo>
                      <a:pt x="2" y="122"/>
                    </a:lnTo>
                    <a:lnTo>
                      <a:pt x="7" y="98"/>
                    </a:lnTo>
                    <a:lnTo>
                      <a:pt x="16" y="77"/>
                    </a:lnTo>
                    <a:lnTo>
                      <a:pt x="27" y="59"/>
                    </a:lnTo>
                    <a:lnTo>
                      <a:pt x="41" y="45"/>
                    </a:lnTo>
                    <a:lnTo>
                      <a:pt x="57" y="33"/>
                    </a:lnTo>
                    <a:lnTo>
                      <a:pt x="73" y="23"/>
                    </a:lnTo>
                    <a:lnTo>
                      <a:pt x="91" y="16"/>
                    </a:lnTo>
                    <a:lnTo>
                      <a:pt x="110" y="10"/>
                    </a:lnTo>
                    <a:lnTo>
                      <a:pt x="129" y="6"/>
                    </a:lnTo>
                    <a:lnTo>
                      <a:pt x="148" y="3"/>
                    </a:lnTo>
                    <a:lnTo>
                      <a:pt x="167" y="1"/>
                    </a:lnTo>
                    <a:lnTo>
                      <a:pt x="185" y="0"/>
                    </a:lnTo>
                    <a:lnTo>
                      <a:pt x="201" y="0"/>
                    </a:lnTo>
                    <a:lnTo>
                      <a:pt x="2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8" name="Freeform 24">
                <a:extLst>
                  <a:ext uri="{FF2B5EF4-FFF2-40B4-BE49-F238E27FC236}">
                    <a16:creationId xmlns:a16="http://schemas.microsoft.com/office/drawing/2014/main" id="{251A0300-F10D-AA3E-A2E5-9D03C22197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97" y="4335"/>
                <a:ext cx="217" cy="124"/>
              </a:xfrm>
              <a:custGeom>
                <a:avLst/>
                <a:gdLst>
                  <a:gd name="T0" fmla="*/ 1796 w 2393"/>
                  <a:gd name="T1" fmla="*/ 704 h 1360"/>
                  <a:gd name="T2" fmla="*/ 1761 w 2393"/>
                  <a:gd name="T3" fmla="*/ 720 h 1360"/>
                  <a:gd name="T4" fmla="*/ 1590 w 2393"/>
                  <a:gd name="T5" fmla="*/ 904 h 1360"/>
                  <a:gd name="T6" fmla="*/ 1882 w 2393"/>
                  <a:gd name="T7" fmla="*/ 733 h 1360"/>
                  <a:gd name="T8" fmla="*/ 1851 w 2393"/>
                  <a:gd name="T9" fmla="*/ 709 h 1360"/>
                  <a:gd name="T10" fmla="*/ 1814 w 2393"/>
                  <a:gd name="T11" fmla="*/ 702 h 1360"/>
                  <a:gd name="T12" fmla="*/ 1831 w 2393"/>
                  <a:gd name="T13" fmla="*/ 20 h 1360"/>
                  <a:gd name="T14" fmla="*/ 1950 w 2393"/>
                  <a:gd name="T15" fmla="*/ 61 h 1360"/>
                  <a:gd name="T16" fmla="*/ 2057 w 2393"/>
                  <a:gd name="T17" fmla="*/ 121 h 1360"/>
                  <a:gd name="T18" fmla="*/ 2154 w 2393"/>
                  <a:gd name="T19" fmla="*/ 196 h 1360"/>
                  <a:gd name="T20" fmla="*/ 2235 w 2393"/>
                  <a:gd name="T21" fmla="*/ 286 h 1360"/>
                  <a:gd name="T22" fmla="*/ 2301 w 2393"/>
                  <a:gd name="T23" fmla="*/ 388 h 1360"/>
                  <a:gd name="T24" fmla="*/ 2352 w 2393"/>
                  <a:gd name="T25" fmla="*/ 501 h 1360"/>
                  <a:gd name="T26" fmla="*/ 2382 w 2393"/>
                  <a:gd name="T27" fmla="*/ 622 h 1360"/>
                  <a:gd name="T28" fmla="*/ 2393 w 2393"/>
                  <a:gd name="T29" fmla="*/ 748 h 1360"/>
                  <a:gd name="T30" fmla="*/ 2390 w 2393"/>
                  <a:gd name="T31" fmla="*/ 1230 h 1360"/>
                  <a:gd name="T32" fmla="*/ 2370 w 2393"/>
                  <a:gd name="T33" fmla="*/ 1282 h 1360"/>
                  <a:gd name="T34" fmla="*/ 2335 w 2393"/>
                  <a:gd name="T35" fmla="*/ 1324 h 1360"/>
                  <a:gd name="T36" fmla="*/ 2286 w 2393"/>
                  <a:gd name="T37" fmla="*/ 1351 h 1360"/>
                  <a:gd name="T38" fmla="*/ 2230 w 2393"/>
                  <a:gd name="T39" fmla="*/ 1360 h 1360"/>
                  <a:gd name="T40" fmla="*/ 129 w 2393"/>
                  <a:gd name="T41" fmla="*/ 1358 h 1360"/>
                  <a:gd name="T42" fmla="*/ 77 w 2393"/>
                  <a:gd name="T43" fmla="*/ 1339 h 1360"/>
                  <a:gd name="T44" fmla="*/ 36 w 2393"/>
                  <a:gd name="T45" fmla="*/ 1304 h 1360"/>
                  <a:gd name="T46" fmla="*/ 10 w 2393"/>
                  <a:gd name="T47" fmla="*/ 1256 h 1360"/>
                  <a:gd name="T48" fmla="*/ 0 w 2393"/>
                  <a:gd name="T49" fmla="*/ 1200 h 1360"/>
                  <a:gd name="T50" fmla="*/ 3 w 2393"/>
                  <a:gd name="T51" fmla="*/ 684 h 1360"/>
                  <a:gd name="T52" fmla="*/ 23 w 2393"/>
                  <a:gd name="T53" fmla="*/ 561 h 1360"/>
                  <a:gd name="T54" fmla="*/ 63 w 2393"/>
                  <a:gd name="T55" fmla="*/ 443 h 1360"/>
                  <a:gd name="T56" fmla="*/ 122 w 2393"/>
                  <a:gd name="T57" fmla="*/ 336 h 1360"/>
                  <a:gd name="T58" fmla="*/ 195 w 2393"/>
                  <a:gd name="T59" fmla="*/ 240 h 1360"/>
                  <a:gd name="T60" fmla="*/ 283 w 2393"/>
                  <a:gd name="T61" fmla="*/ 157 h 1360"/>
                  <a:gd name="T62" fmla="*/ 385 w 2393"/>
                  <a:gd name="T63" fmla="*/ 89 h 1360"/>
                  <a:gd name="T64" fmla="*/ 498 w 2393"/>
                  <a:gd name="T65" fmla="*/ 38 h 1360"/>
                  <a:gd name="T66" fmla="*/ 640 w 2393"/>
                  <a:gd name="T67" fmla="*/ 0 h 1360"/>
                  <a:gd name="T68" fmla="*/ 1748 w 2393"/>
                  <a:gd name="T69" fmla="*/ 0 h 1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393" h="1360">
                    <a:moveTo>
                      <a:pt x="1814" y="702"/>
                    </a:moveTo>
                    <a:lnTo>
                      <a:pt x="1796" y="704"/>
                    </a:lnTo>
                    <a:lnTo>
                      <a:pt x="1778" y="709"/>
                    </a:lnTo>
                    <a:lnTo>
                      <a:pt x="1761" y="720"/>
                    </a:lnTo>
                    <a:lnTo>
                      <a:pt x="1746" y="733"/>
                    </a:lnTo>
                    <a:lnTo>
                      <a:pt x="1590" y="904"/>
                    </a:lnTo>
                    <a:lnTo>
                      <a:pt x="2038" y="904"/>
                    </a:lnTo>
                    <a:lnTo>
                      <a:pt x="1882" y="733"/>
                    </a:lnTo>
                    <a:lnTo>
                      <a:pt x="1867" y="719"/>
                    </a:lnTo>
                    <a:lnTo>
                      <a:pt x="1851" y="709"/>
                    </a:lnTo>
                    <a:lnTo>
                      <a:pt x="1833" y="703"/>
                    </a:lnTo>
                    <a:lnTo>
                      <a:pt x="1814" y="702"/>
                    </a:lnTo>
                    <a:close/>
                    <a:moveTo>
                      <a:pt x="1748" y="0"/>
                    </a:moveTo>
                    <a:lnTo>
                      <a:pt x="1831" y="20"/>
                    </a:lnTo>
                    <a:lnTo>
                      <a:pt x="1892" y="38"/>
                    </a:lnTo>
                    <a:lnTo>
                      <a:pt x="1950" y="61"/>
                    </a:lnTo>
                    <a:lnTo>
                      <a:pt x="2005" y="88"/>
                    </a:lnTo>
                    <a:lnTo>
                      <a:pt x="2057" y="121"/>
                    </a:lnTo>
                    <a:lnTo>
                      <a:pt x="2107" y="157"/>
                    </a:lnTo>
                    <a:lnTo>
                      <a:pt x="2154" y="196"/>
                    </a:lnTo>
                    <a:lnTo>
                      <a:pt x="2196" y="239"/>
                    </a:lnTo>
                    <a:lnTo>
                      <a:pt x="2235" y="286"/>
                    </a:lnTo>
                    <a:lnTo>
                      <a:pt x="2270" y="336"/>
                    </a:lnTo>
                    <a:lnTo>
                      <a:pt x="2301" y="388"/>
                    </a:lnTo>
                    <a:lnTo>
                      <a:pt x="2328" y="443"/>
                    </a:lnTo>
                    <a:lnTo>
                      <a:pt x="2352" y="501"/>
                    </a:lnTo>
                    <a:lnTo>
                      <a:pt x="2369" y="561"/>
                    </a:lnTo>
                    <a:lnTo>
                      <a:pt x="2382" y="622"/>
                    </a:lnTo>
                    <a:lnTo>
                      <a:pt x="2390" y="684"/>
                    </a:lnTo>
                    <a:lnTo>
                      <a:pt x="2393" y="748"/>
                    </a:lnTo>
                    <a:lnTo>
                      <a:pt x="2393" y="1200"/>
                    </a:lnTo>
                    <a:lnTo>
                      <a:pt x="2390" y="1230"/>
                    </a:lnTo>
                    <a:lnTo>
                      <a:pt x="2383" y="1256"/>
                    </a:lnTo>
                    <a:lnTo>
                      <a:pt x="2370" y="1282"/>
                    </a:lnTo>
                    <a:lnTo>
                      <a:pt x="2354" y="1304"/>
                    </a:lnTo>
                    <a:lnTo>
                      <a:pt x="2335" y="1324"/>
                    </a:lnTo>
                    <a:lnTo>
                      <a:pt x="2311" y="1339"/>
                    </a:lnTo>
                    <a:lnTo>
                      <a:pt x="2286" y="1351"/>
                    </a:lnTo>
                    <a:lnTo>
                      <a:pt x="2259" y="1358"/>
                    </a:lnTo>
                    <a:lnTo>
                      <a:pt x="2230" y="1360"/>
                    </a:lnTo>
                    <a:lnTo>
                      <a:pt x="157" y="1360"/>
                    </a:lnTo>
                    <a:lnTo>
                      <a:pt x="129" y="1358"/>
                    </a:lnTo>
                    <a:lnTo>
                      <a:pt x="101" y="1351"/>
                    </a:lnTo>
                    <a:lnTo>
                      <a:pt x="77" y="1339"/>
                    </a:lnTo>
                    <a:lnTo>
                      <a:pt x="55" y="1324"/>
                    </a:lnTo>
                    <a:lnTo>
                      <a:pt x="36" y="1304"/>
                    </a:lnTo>
                    <a:lnTo>
                      <a:pt x="21" y="1282"/>
                    </a:lnTo>
                    <a:lnTo>
                      <a:pt x="10" y="1256"/>
                    </a:lnTo>
                    <a:lnTo>
                      <a:pt x="3" y="1230"/>
                    </a:lnTo>
                    <a:lnTo>
                      <a:pt x="0" y="1200"/>
                    </a:lnTo>
                    <a:lnTo>
                      <a:pt x="0" y="748"/>
                    </a:lnTo>
                    <a:lnTo>
                      <a:pt x="3" y="684"/>
                    </a:lnTo>
                    <a:lnTo>
                      <a:pt x="11" y="622"/>
                    </a:lnTo>
                    <a:lnTo>
                      <a:pt x="23" y="561"/>
                    </a:lnTo>
                    <a:lnTo>
                      <a:pt x="41" y="501"/>
                    </a:lnTo>
                    <a:lnTo>
                      <a:pt x="63" y="443"/>
                    </a:lnTo>
                    <a:lnTo>
                      <a:pt x="90" y="389"/>
                    </a:lnTo>
                    <a:lnTo>
                      <a:pt x="122" y="336"/>
                    </a:lnTo>
                    <a:lnTo>
                      <a:pt x="156" y="286"/>
                    </a:lnTo>
                    <a:lnTo>
                      <a:pt x="195" y="240"/>
                    </a:lnTo>
                    <a:lnTo>
                      <a:pt x="237" y="196"/>
                    </a:lnTo>
                    <a:lnTo>
                      <a:pt x="283" y="157"/>
                    </a:lnTo>
                    <a:lnTo>
                      <a:pt x="332" y="121"/>
                    </a:lnTo>
                    <a:lnTo>
                      <a:pt x="385" y="89"/>
                    </a:lnTo>
                    <a:lnTo>
                      <a:pt x="440" y="62"/>
                    </a:lnTo>
                    <a:lnTo>
                      <a:pt x="498" y="38"/>
                    </a:lnTo>
                    <a:lnTo>
                      <a:pt x="559" y="20"/>
                    </a:lnTo>
                    <a:lnTo>
                      <a:pt x="640" y="0"/>
                    </a:lnTo>
                    <a:lnTo>
                      <a:pt x="1193" y="1280"/>
                    </a:lnTo>
                    <a:lnTo>
                      <a:pt x="17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9" name="Freeform 25">
                <a:extLst>
                  <a:ext uri="{FF2B5EF4-FFF2-40B4-BE49-F238E27FC236}">
                    <a16:creationId xmlns:a16="http://schemas.microsoft.com/office/drawing/2014/main" id="{5117B8BB-C659-9A3C-079E-D5D8E8081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4347"/>
                <a:ext cx="34" cy="83"/>
              </a:xfrm>
              <a:custGeom>
                <a:avLst/>
                <a:gdLst>
                  <a:gd name="T0" fmla="*/ 135 w 373"/>
                  <a:gd name="T1" fmla="*/ 0 h 915"/>
                  <a:gd name="T2" fmla="*/ 237 w 373"/>
                  <a:gd name="T3" fmla="*/ 0 h 915"/>
                  <a:gd name="T4" fmla="*/ 258 w 373"/>
                  <a:gd name="T5" fmla="*/ 2 h 915"/>
                  <a:gd name="T6" fmla="*/ 278 w 373"/>
                  <a:gd name="T7" fmla="*/ 9 h 915"/>
                  <a:gd name="T8" fmla="*/ 295 w 373"/>
                  <a:gd name="T9" fmla="*/ 21 h 915"/>
                  <a:gd name="T10" fmla="*/ 310 w 373"/>
                  <a:gd name="T11" fmla="*/ 36 h 915"/>
                  <a:gd name="T12" fmla="*/ 321 w 373"/>
                  <a:gd name="T13" fmla="*/ 53 h 915"/>
                  <a:gd name="T14" fmla="*/ 328 w 373"/>
                  <a:gd name="T15" fmla="*/ 74 h 915"/>
                  <a:gd name="T16" fmla="*/ 366 w 373"/>
                  <a:gd name="T17" fmla="*/ 234 h 915"/>
                  <a:gd name="T18" fmla="*/ 368 w 373"/>
                  <a:gd name="T19" fmla="*/ 257 h 915"/>
                  <a:gd name="T20" fmla="*/ 365 w 373"/>
                  <a:gd name="T21" fmla="*/ 281 h 915"/>
                  <a:gd name="T22" fmla="*/ 357 w 373"/>
                  <a:gd name="T23" fmla="*/ 301 h 915"/>
                  <a:gd name="T24" fmla="*/ 345 w 373"/>
                  <a:gd name="T25" fmla="*/ 319 h 915"/>
                  <a:gd name="T26" fmla="*/ 329 w 373"/>
                  <a:gd name="T27" fmla="*/ 334 h 915"/>
                  <a:gd name="T28" fmla="*/ 309 w 373"/>
                  <a:gd name="T29" fmla="*/ 345 h 915"/>
                  <a:gd name="T30" fmla="*/ 287 w 373"/>
                  <a:gd name="T31" fmla="*/ 351 h 915"/>
                  <a:gd name="T32" fmla="*/ 373 w 373"/>
                  <a:gd name="T33" fmla="*/ 438 h 915"/>
                  <a:gd name="T34" fmla="*/ 187 w 373"/>
                  <a:gd name="T35" fmla="*/ 915 h 915"/>
                  <a:gd name="T36" fmla="*/ 0 w 373"/>
                  <a:gd name="T37" fmla="*/ 438 h 915"/>
                  <a:gd name="T38" fmla="*/ 85 w 373"/>
                  <a:gd name="T39" fmla="*/ 351 h 915"/>
                  <a:gd name="T40" fmla="*/ 63 w 373"/>
                  <a:gd name="T41" fmla="*/ 345 h 915"/>
                  <a:gd name="T42" fmla="*/ 44 w 373"/>
                  <a:gd name="T43" fmla="*/ 334 h 915"/>
                  <a:gd name="T44" fmla="*/ 27 w 373"/>
                  <a:gd name="T45" fmla="*/ 319 h 915"/>
                  <a:gd name="T46" fmla="*/ 15 w 373"/>
                  <a:gd name="T47" fmla="*/ 301 h 915"/>
                  <a:gd name="T48" fmla="*/ 7 w 373"/>
                  <a:gd name="T49" fmla="*/ 281 h 915"/>
                  <a:gd name="T50" fmla="*/ 4 w 373"/>
                  <a:gd name="T51" fmla="*/ 257 h 915"/>
                  <a:gd name="T52" fmla="*/ 6 w 373"/>
                  <a:gd name="T53" fmla="*/ 234 h 915"/>
                  <a:gd name="T54" fmla="*/ 44 w 373"/>
                  <a:gd name="T55" fmla="*/ 74 h 915"/>
                  <a:gd name="T56" fmla="*/ 52 w 373"/>
                  <a:gd name="T57" fmla="*/ 53 h 915"/>
                  <a:gd name="T58" fmla="*/ 63 w 373"/>
                  <a:gd name="T59" fmla="*/ 36 h 915"/>
                  <a:gd name="T60" fmla="*/ 77 w 373"/>
                  <a:gd name="T61" fmla="*/ 21 h 915"/>
                  <a:gd name="T62" fmla="*/ 95 w 373"/>
                  <a:gd name="T63" fmla="*/ 9 h 915"/>
                  <a:gd name="T64" fmla="*/ 114 w 373"/>
                  <a:gd name="T65" fmla="*/ 2 h 915"/>
                  <a:gd name="T66" fmla="*/ 135 w 373"/>
                  <a:gd name="T67" fmla="*/ 0 h 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73" h="915">
                    <a:moveTo>
                      <a:pt x="135" y="0"/>
                    </a:moveTo>
                    <a:lnTo>
                      <a:pt x="237" y="0"/>
                    </a:lnTo>
                    <a:lnTo>
                      <a:pt x="258" y="2"/>
                    </a:lnTo>
                    <a:lnTo>
                      <a:pt x="278" y="9"/>
                    </a:lnTo>
                    <a:lnTo>
                      <a:pt x="295" y="21"/>
                    </a:lnTo>
                    <a:lnTo>
                      <a:pt x="310" y="36"/>
                    </a:lnTo>
                    <a:lnTo>
                      <a:pt x="321" y="53"/>
                    </a:lnTo>
                    <a:lnTo>
                      <a:pt x="328" y="74"/>
                    </a:lnTo>
                    <a:lnTo>
                      <a:pt x="366" y="234"/>
                    </a:lnTo>
                    <a:lnTo>
                      <a:pt x="368" y="257"/>
                    </a:lnTo>
                    <a:lnTo>
                      <a:pt x="365" y="281"/>
                    </a:lnTo>
                    <a:lnTo>
                      <a:pt x="357" y="301"/>
                    </a:lnTo>
                    <a:lnTo>
                      <a:pt x="345" y="319"/>
                    </a:lnTo>
                    <a:lnTo>
                      <a:pt x="329" y="334"/>
                    </a:lnTo>
                    <a:lnTo>
                      <a:pt x="309" y="345"/>
                    </a:lnTo>
                    <a:lnTo>
                      <a:pt x="287" y="351"/>
                    </a:lnTo>
                    <a:lnTo>
                      <a:pt x="373" y="438"/>
                    </a:lnTo>
                    <a:lnTo>
                      <a:pt x="187" y="915"/>
                    </a:lnTo>
                    <a:lnTo>
                      <a:pt x="0" y="438"/>
                    </a:lnTo>
                    <a:lnTo>
                      <a:pt x="85" y="351"/>
                    </a:lnTo>
                    <a:lnTo>
                      <a:pt x="63" y="345"/>
                    </a:lnTo>
                    <a:lnTo>
                      <a:pt x="44" y="334"/>
                    </a:lnTo>
                    <a:lnTo>
                      <a:pt x="27" y="319"/>
                    </a:lnTo>
                    <a:lnTo>
                      <a:pt x="15" y="301"/>
                    </a:lnTo>
                    <a:lnTo>
                      <a:pt x="7" y="281"/>
                    </a:lnTo>
                    <a:lnTo>
                      <a:pt x="4" y="257"/>
                    </a:lnTo>
                    <a:lnTo>
                      <a:pt x="6" y="234"/>
                    </a:lnTo>
                    <a:lnTo>
                      <a:pt x="44" y="74"/>
                    </a:lnTo>
                    <a:lnTo>
                      <a:pt x="52" y="53"/>
                    </a:lnTo>
                    <a:lnTo>
                      <a:pt x="63" y="36"/>
                    </a:lnTo>
                    <a:lnTo>
                      <a:pt x="77" y="21"/>
                    </a:lnTo>
                    <a:lnTo>
                      <a:pt x="95" y="9"/>
                    </a:lnTo>
                    <a:lnTo>
                      <a:pt x="114" y="2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BED09B6-F1F5-BC1A-4FEB-2FAA720A43A6}"/>
                </a:ext>
              </a:extLst>
            </p:cNvPr>
            <p:cNvGrpSpPr/>
            <p:nvPr/>
          </p:nvGrpSpPr>
          <p:grpSpPr>
            <a:xfrm>
              <a:off x="854808" y="3638226"/>
              <a:ext cx="1432392" cy="1452263"/>
              <a:chOff x="1008255" y="3996914"/>
              <a:chExt cx="1432392" cy="1452263"/>
            </a:xfrm>
          </p:grpSpPr>
          <p:sp>
            <p:nvSpPr>
              <p:cNvPr id="11" name="눈물 방울 10">
                <a:extLst>
                  <a:ext uri="{FF2B5EF4-FFF2-40B4-BE49-F238E27FC236}">
                    <a16:creationId xmlns:a16="http://schemas.microsoft.com/office/drawing/2014/main" id="{85AA6AF5-6826-2B3D-0334-A426394640E4}"/>
                  </a:ext>
                </a:extLst>
              </p:cNvPr>
              <p:cNvSpPr/>
              <p:nvPr/>
            </p:nvSpPr>
            <p:spPr>
              <a:xfrm rot="8100000">
                <a:off x="1008255" y="3996914"/>
                <a:ext cx="1432392" cy="1432392"/>
              </a:xfrm>
              <a:prstGeom prst="teardrop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2" name="눈물 방울 11">
                <a:extLst>
                  <a:ext uri="{FF2B5EF4-FFF2-40B4-BE49-F238E27FC236}">
                    <a16:creationId xmlns:a16="http://schemas.microsoft.com/office/drawing/2014/main" id="{76AFB3DA-49B1-3352-F68E-F85244BC64B5}"/>
                  </a:ext>
                </a:extLst>
              </p:cNvPr>
              <p:cNvSpPr/>
              <p:nvPr/>
            </p:nvSpPr>
            <p:spPr>
              <a:xfrm rot="8100000">
                <a:off x="1008255" y="4016785"/>
                <a:ext cx="1432392" cy="1432392"/>
              </a:xfrm>
              <a:prstGeom prst="teardrop">
                <a:avLst/>
              </a:prstGeom>
              <a:solidFill>
                <a:srgbClr val="1553A2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7F5743D-53AA-87AB-72B7-326002EDF385}"/>
                </a:ext>
              </a:extLst>
            </p:cNvPr>
            <p:cNvGrpSpPr/>
            <p:nvPr/>
          </p:nvGrpSpPr>
          <p:grpSpPr>
            <a:xfrm>
              <a:off x="4620600" y="3640150"/>
              <a:ext cx="1435408" cy="1444075"/>
              <a:chOff x="4774047" y="3998838"/>
              <a:chExt cx="1435408" cy="1444075"/>
            </a:xfrm>
          </p:grpSpPr>
          <p:sp>
            <p:nvSpPr>
              <p:cNvPr id="14" name="눈물 방울 13">
                <a:extLst>
                  <a:ext uri="{FF2B5EF4-FFF2-40B4-BE49-F238E27FC236}">
                    <a16:creationId xmlns:a16="http://schemas.microsoft.com/office/drawing/2014/main" id="{7A93F701-9E08-8CC0-4FE0-60332042C207}"/>
                  </a:ext>
                </a:extLst>
              </p:cNvPr>
              <p:cNvSpPr/>
              <p:nvPr/>
            </p:nvSpPr>
            <p:spPr>
              <a:xfrm rot="8100000">
                <a:off x="4774047" y="3998838"/>
                <a:ext cx="1435408" cy="1435408"/>
              </a:xfrm>
              <a:prstGeom prst="teardrop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15" name="눈물 방울 14">
                <a:extLst>
                  <a:ext uri="{FF2B5EF4-FFF2-40B4-BE49-F238E27FC236}">
                    <a16:creationId xmlns:a16="http://schemas.microsoft.com/office/drawing/2014/main" id="{E652F923-840B-7A07-7595-B68B651523B5}"/>
                  </a:ext>
                </a:extLst>
              </p:cNvPr>
              <p:cNvSpPr/>
              <p:nvPr/>
            </p:nvSpPr>
            <p:spPr>
              <a:xfrm rot="8100000">
                <a:off x="4774047" y="4007505"/>
                <a:ext cx="1435408" cy="1435408"/>
              </a:xfrm>
              <a:prstGeom prst="teardrop">
                <a:avLst/>
              </a:prstGeom>
              <a:solidFill>
                <a:srgbClr val="1553A2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207F00-8F49-3623-12C9-721A41451F5D}"/>
                </a:ext>
              </a:extLst>
            </p:cNvPr>
            <p:cNvSpPr txBox="1"/>
            <p:nvPr/>
          </p:nvSpPr>
          <p:spPr>
            <a:xfrm>
              <a:off x="726225" y="5531254"/>
              <a:ext cx="1689566" cy="6851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>
                <a:lnSpc>
                  <a:spcPct val="120000"/>
                </a:lnSpc>
                <a:buClr>
                  <a:srgbClr val="198754"/>
                </a:buClr>
              </a:pPr>
              <a:r>
                <a:rPr lang="ko-KR" altLang="en-US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행사의 높은 이해도를 바탕으로</a:t>
              </a:r>
              <a:endPara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>
                <a:lnSpc>
                  <a:spcPct val="120000"/>
                </a:lnSpc>
                <a:buClr>
                  <a:srgbClr val="198754"/>
                </a:buClr>
              </a:pPr>
              <a:r>
                <a:rPr lang="ko-KR" altLang="en-US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발주처와 긴밀하게 협의하며</a:t>
              </a:r>
              <a:endPara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>
                <a:lnSpc>
                  <a:spcPct val="120000"/>
                </a:lnSpc>
                <a:buClr>
                  <a:srgbClr val="198754"/>
                </a:buClr>
              </a:pPr>
              <a:r>
                <a:rPr lang="ko-KR" altLang="en-US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행사의 성공에 기여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4A1D2D-13CB-4578-70B5-80174D8EE3A3}"/>
                </a:ext>
              </a:extLst>
            </p:cNvPr>
            <p:cNvSpPr txBox="1"/>
            <p:nvPr/>
          </p:nvSpPr>
          <p:spPr>
            <a:xfrm>
              <a:off x="2598429" y="5531254"/>
              <a:ext cx="1689565" cy="6851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buClr>
                  <a:srgbClr val="198754"/>
                </a:buClr>
                <a:defRPr sz="11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r>
                <a:rPr lang="ko-KR" altLang="en-US" dirty="0"/>
                <a:t>완벽한 커뮤니케이션과</a:t>
              </a:r>
              <a:endParaRPr lang="en-US" altLang="ko-KR" dirty="0"/>
            </a:p>
            <a:p>
              <a:r>
                <a:rPr lang="ko-KR" altLang="en-US" dirty="0"/>
                <a:t>철저한 준비를 통해</a:t>
              </a:r>
              <a:endParaRPr lang="en-US" altLang="ko-KR" dirty="0"/>
            </a:p>
            <a:p>
              <a:r>
                <a:rPr lang="ko-KR" altLang="en-US" dirty="0"/>
                <a:t>체계적이고 최상의 서비스 실현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463408-D410-4160-6EB6-E753FCD494CD}"/>
                </a:ext>
              </a:extLst>
            </p:cNvPr>
            <p:cNvSpPr txBox="1"/>
            <p:nvPr/>
          </p:nvSpPr>
          <p:spPr>
            <a:xfrm>
              <a:off x="4531192" y="5531254"/>
              <a:ext cx="1614224" cy="6851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buClr>
                  <a:srgbClr val="198754"/>
                </a:buClr>
                <a:defRPr sz="11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>
                <a:lnSpc>
                  <a:spcPct val="120000"/>
                </a:lnSpc>
                <a:buClr>
                  <a:srgbClr val="198754"/>
                </a:buClr>
              </a:pPr>
              <a:r>
                <a:rPr lang="ko-KR" altLang="en-US" dirty="0"/>
                <a:t>초청인사의 일정에 맞춘 </a:t>
              </a:r>
              <a:endParaRPr lang="en-US" altLang="ko-KR" dirty="0"/>
            </a:p>
            <a:p>
              <a:pPr>
                <a:lnSpc>
                  <a:spcPct val="120000"/>
                </a:lnSpc>
                <a:buClr>
                  <a:srgbClr val="198754"/>
                </a:buClr>
              </a:pPr>
              <a:r>
                <a:rPr lang="ko-KR" altLang="en-US" dirty="0"/>
                <a:t>최적의 항공편 연결로</a:t>
              </a:r>
              <a:br>
                <a:rPr lang="ko-KR" altLang="en-US" dirty="0"/>
              </a:br>
              <a:r>
                <a:rPr lang="ko-KR" altLang="en-US" dirty="0"/>
                <a:t>안전하고 편리한 입</a:t>
              </a:r>
              <a:r>
                <a:rPr lang="en-US" altLang="ko-KR" dirty="0"/>
                <a:t>/</a:t>
              </a:r>
              <a:r>
                <a:rPr lang="ko-KR" altLang="en-US" dirty="0"/>
                <a:t>출국 지원</a:t>
              </a:r>
              <a:endPara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3074FE0-A657-FBBF-178E-077A63266112}"/>
                </a:ext>
              </a:extLst>
            </p:cNvPr>
            <p:cNvSpPr txBox="1"/>
            <p:nvPr/>
          </p:nvSpPr>
          <p:spPr>
            <a:xfrm>
              <a:off x="6395175" y="5531254"/>
              <a:ext cx="1603003" cy="6851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buClr>
                  <a:srgbClr val="198754"/>
                </a:buClr>
                <a:defRPr sz="11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>
                <a:lnSpc>
                  <a:spcPct val="120000"/>
                </a:lnSpc>
                <a:buClr>
                  <a:srgbClr val="198754"/>
                </a:buClr>
              </a:pPr>
              <a:r>
                <a:rPr lang="ko-KR" altLang="en-US" dirty="0"/>
                <a:t>우수 품질의 숙박을 확보하고</a:t>
              </a:r>
              <a:endParaRPr lang="en-US" altLang="ko-KR" dirty="0"/>
            </a:p>
            <a:p>
              <a:pPr>
                <a:lnSpc>
                  <a:spcPct val="120000"/>
                </a:lnSpc>
                <a:buClr>
                  <a:srgbClr val="198754"/>
                </a:buClr>
              </a:pPr>
              <a:r>
                <a:rPr lang="ko-KR" altLang="en-US" dirty="0"/>
                <a:t>제반 서비스 지원을 통해</a:t>
              </a:r>
              <a:br>
                <a:rPr lang="ko-KR" altLang="en-US" dirty="0"/>
              </a:br>
              <a:r>
                <a:rPr lang="ko-KR" altLang="en-US" dirty="0"/>
                <a:t>편안한 체류 환경 조성</a:t>
              </a:r>
              <a:endPara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A9EA461-328E-BBEC-EFBB-F5EF188A364B}"/>
                </a:ext>
              </a:extLst>
            </p:cNvPr>
            <p:cNvGrpSpPr/>
            <p:nvPr/>
          </p:nvGrpSpPr>
          <p:grpSpPr>
            <a:xfrm>
              <a:off x="6492808" y="3644380"/>
              <a:ext cx="1435408" cy="1455321"/>
              <a:chOff x="6646255" y="4003068"/>
              <a:chExt cx="1435408" cy="1455321"/>
            </a:xfrm>
          </p:grpSpPr>
          <p:sp>
            <p:nvSpPr>
              <p:cNvPr id="21" name="눈물 방울 20">
                <a:extLst>
                  <a:ext uri="{FF2B5EF4-FFF2-40B4-BE49-F238E27FC236}">
                    <a16:creationId xmlns:a16="http://schemas.microsoft.com/office/drawing/2014/main" id="{F5FF6242-92D6-9F62-A822-043579882FC4}"/>
                  </a:ext>
                </a:extLst>
              </p:cNvPr>
              <p:cNvSpPr/>
              <p:nvPr/>
            </p:nvSpPr>
            <p:spPr>
              <a:xfrm rot="8100000">
                <a:off x="6646255" y="4003068"/>
                <a:ext cx="1435408" cy="1435408"/>
              </a:xfrm>
              <a:prstGeom prst="teardrop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2" name="눈물 방울 21">
                <a:extLst>
                  <a:ext uri="{FF2B5EF4-FFF2-40B4-BE49-F238E27FC236}">
                    <a16:creationId xmlns:a16="http://schemas.microsoft.com/office/drawing/2014/main" id="{A8A3C3C1-B0E8-9651-0F30-D552D24EA349}"/>
                  </a:ext>
                </a:extLst>
              </p:cNvPr>
              <p:cNvSpPr/>
              <p:nvPr/>
            </p:nvSpPr>
            <p:spPr>
              <a:xfrm rot="8100000">
                <a:off x="6646255" y="4022981"/>
                <a:ext cx="1435408" cy="1435408"/>
              </a:xfrm>
              <a:prstGeom prst="teardrop">
                <a:avLst/>
              </a:prstGeom>
              <a:solidFill>
                <a:srgbClr val="85BFE2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C18325-C4BF-530D-C05C-3B09A492772E}"/>
                </a:ext>
              </a:extLst>
            </p:cNvPr>
            <p:cNvSpPr txBox="1"/>
            <p:nvPr/>
          </p:nvSpPr>
          <p:spPr>
            <a:xfrm>
              <a:off x="942779" y="3258473"/>
              <a:ext cx="1256450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1553A2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외교부</a:t>
              </a:r>
              <a:endParaRPr lang="en-US" altLang="ko-KR" sz="1400" dirty="0">
                <a:solidFill>
                  <a:srgbClr val="1553A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32FD899-41D2-64F0-83FC-DAC52E93F7D7}"/>
                </a:ext>
              </a:extLst>
            </p:cNvPr>
            <p:cNvSpPr txBox="1"/>
            <p:nvPr/>
          </p:nvSpPr>
          <p:spPr>
            <a:xfrm>
              <a:off x="2814987" y="3258473"/>
              <a:ext cx="1256450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85BFE2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초청인사</a:t>
              </a:r>
              <a:endParaRPr lang="en-US" altLang="ko-KR" sz="1400" dirty="0">
                <a:solidFill>
                  <a:srgbClr val="85BFE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2CD472-7167-52F6-DA13-872A3C2C621E}"/>
                </a:ext>
              </a:extLst>
            </p:cNvPr>
            <p:cNvSpPr txBox="1"/>
            <p:nvPr/>
          </p:nvSpPr>
          <p:spPr>
            <a:xfrm>
              <a:off x="4710079" y="3258473"/>
              <a:ext cx="1256450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1553A2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항공사</a:t>
              </a:r>
              <a:endParaRPr lang="en-US" altLang="ko-KR" sz="1400" dirty="0">
                <a:solidFill>
                  <a:srgbClr val="1553A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B5A618-6DFF-FE85-DF4F-D4390806975C}"/>
                </a:ext>
              </a:extLst>
            </p:cNvPr>
            <p:cNvSpPr txBox="1"/>
            <p:nvPr/>
          </p:nvSpPr>
          <p:spPr>
            <a:xfrm>
              <a:off x="6582287" y="3258473"/>
              <a:ext cx="1256450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85BFE2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호텔</a:t>
              </a:r>
              <a:endParaRPr lang="en-US" altLang="ko-KR" sz="1400" dirty="0">
                <a:solidFill>
                  <a:srgbClr val="85BFE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DD68E4A-2D0B-87B1-65C3-5D00E9D99DEB}"/>
                </a:ext>
              </a:extLst>
            </p:cNvPr>
            <p:cNvGrpSpPr/>
            <p:nvPr/>
          </p:nvGrpSpPr>
          <p:grpSpPr>
            <a:xfrm>
              <a:off x="8403104" y="3640150"/>
              <a:ext cx="1435408" cy="1444075"/>
              <a:chOff x="4774047" y="3998838"/>
              <a:chExt cx="1435408" cy="1444075"/>
            </a:xfrm>
          </p:grpSpPr>
          <p:sp>
            <p:nvSpPr>
              <p:cNvPr id="28" name="눈물 방울 27">
                <a:extLst>
                  <a:ext uri="{FF2B5EF4-FFF2-40B4-BE49-F238E27FC236}">
                    <a16:creationId xmlns:a16="http://schemas.microsoft.com/office/drawing/2014/main" id="{A65B84A7-43DC-219E-9308-1F8D4426DFD9}"/>
                  </a:ext>
                </a:extLst>
              </p:cNvPr>
              <p:cNvSpPr/>
              <p:nvPr/>
            </p:nvSpPr>
            <p:spPr>
              <a:xfrm rot="8100000">
                <a:off x="4774047" y="3998838"/>
                <a:ext cx="1435408" cy="1435408"/>
              </a:xfrm>
              <a:prstGeom prst="teardrop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29" name="눈물 방울 28">
                <a:extLst>
                  <a:ext uri="{FF2B5EF4-FFF2-40B4-BE49-F238E27FC236}">
                    <a16:creationId xmlns:a16="http://schemas.microsoft.com/office/drawing/2014/main" id="{41CE8B15-20C9-828B-141B-E381B9543F61}"/>
                  </a:ext>
                </a:extLst>
              </p:cNvPr>
              <p:cNvSpPr/>
              <p:nvPr/>
            </p:nvSpPr>
            <p:spPr>
              <a:xfrm rot="8100000">
                <a:off x="4774047" y="4007505"/>
                <a:ext cx="1435408" cy="1435408"/>
              </a:xfrm>
              <a:prstGeom prst="teardrop">
                <a:avLst/>
              </a:prstGeom>
              <a:solidFill>
                <a:srgbClr val="1553A2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E21A90-DD59-7E62-B53C-57E0B1B0227D}"/>
                </a:ext>
              </a:extLst>
            </p:cNvPr>
            <p:cNvSpPr txBox="1"/>
            <p:nvPr/>
          </p:nvSpPr>
          <p:spPr>
            <a:xfrm>
              <a:off x="8276025" y="5531254"/>
              <a:ext cx="1689565" cy="6851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buClr>
                  <a:srgbClr val="198754"/>
                </a:buClr>
                <a:defRPr sz="11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>
                <a:lnSpc>
                  <a:spcPct val="120000"/>
                </a:lnSpc>
                <a:buClr>
                  <a:srgbClr val="198754"/>
                </a:buClr>
              </a:pPr>
              <a:r>
                <a:rPr lang="ko-KR" altLang="en-US" dirty="0"/>
                <a:t>의전 경험과 전문성을 바탕으로</a:t>
              </a:r>
              <a:br>
                <a:rPr lang="ko-KR" altLang="en-US" dirty="0"/>
              </a:br>
              <a:r>
                <a:rPr lang="ko-KR" altLang="en-US" dirty="0"/>
                <a:t>체계적인 계획을 수립하고</a:t>
              </a:r>
              <a:br>
                <a:rPr lang="en-US" altLang="ko-KR" dirty="0"/>
              </a:br>
              <a:r>
                <a:rPr lang="ko-KR" altLang="en-US" dirty="0"/>
                <a:t>일정동안 원활한 업무 수행</a:t>
              </a:r>
              <a:endPara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19BB5CA-0AA9-F945-1A08-180B2549F947}"/>
                </a:ext>
              </a:extLst>
            </p:cNvPr>
            <p:cNvSpPr txBox="1"/>
            <p:nvPr/>
          </p:nvSpPr>
          <p:spPr>
            <a:xfrm>
              <a:off x="8492583" y="3258473"/>
              <a:ext cx="1256450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1553A2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의전</a:t>
              </a:r>
              <a:endParaRPr lang="en-US" altLang="ko-KR" sz="1400" dirty="0">
                <a:solidFill>
                  <a:srgbClr val="1553A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pic>
          <p:nvPicPr>
            <p:cNvPr id="32" name="Picture 4">
              <a:extLst>
                <a:ext uri="{FF2B5EF4-FFF2-40B4-BE49-F238E27FC236}">
                  <a16:creationId xmlns:a16="http://schemas.microsoft.com/office/drawing/2014/main" id="{16BE70BA-858C-6E58-AF7F-A5C7F2A82C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00" t="15463" r="15463" b="13024"/>
            <a:stretch/>
          </p:blipFill>
          <p:spPr bwMode="auto">
            <a:xfrm>
              <a:off x="1309100" y="4086242"/>
              <a:ext cx="564944" cy="567442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DBA3E3D3-198F-8F1C-9BAB-BF7130289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100000"/>
            </a:blip>
            <a:stretch>
              <a:fillRect/>
            </a:stretch>
          </p:blipFill>
          <p:spPr>
            <a:xfrm>
              <a:off x="4971134" y="4144270"/>
              <a:ext cx="734342" cy="451386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1A6A9ECA-6B0B-B80E-9C17-35858C545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6979760" y="4072482"/>
              <a:ext cx="556754" cy="594962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A74C9C11-4E87-0D04-6FDC-F537B93EC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8857927" y="4031582"/>
              <a:ext cx="674499" cy="674499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286AEEA-B4BB-5081-F4CA-2C6B8A32CD72}"/>
              </a:ext>
            </a:extLst>
          </p:cNvPr>
          <p:cNvSpPr txBox="1"/>
          <p:nvPr/>
        </p:nvSpPr>
        <p:spPr>
          <a:xfrm>
            <a:off x="49357" y="233567"/>
            <a:ext cx="1316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구성요소 디자인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D0B968E-38B8-B397-33E9-828FBAB4D429}"/>
              </a:ext>
            </a:extLst>
          </p:cNvPr>
          <p:cNvGrpSpPr/>
          <p:nvPr/>
        </p:nvGrpSpPr>
        <p:grpSpPr>
          <a:xfrm>
            <a:off x="225712" y="5153333"/>
            <a:ext cx="3122608" cy="3244393"/>
            <a:chOff x="3783017" y="2873832"/>
            <a:chExt cx="3122608" cy="3244393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2C4A6C0-75BF-201D-709A-18666C6388B5}"/>
                </a:ext>
              </a:extLst>
            </p:cNvPr>
            <p:cNvSpPr/>
            <p:nvPr/>
          </p:nvSpPr>
          <p:spPr>
            <a:xfrm>
              <a:off x="3783017" y="2939258"/>
              <a:ext cx="3122608" cy="3122608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9536F2C8-AE91-ABF7-30CF-6E5CFFCAB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20" t="19965" r="8794" b="989"/>
            <a:stretch>
              <a:fillRect/>
            </a:stretch>
          </p:blipFill>
          <p:spPr>
            <a:xfrm>
              <a:off x="3941002" y="3097243"/>
              <a:ext cx="2806640" cy="2806640"/>
            </a:xfrm>
            <a:prstGeom prst="ellipse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A37BF1A-31FF-1802-780C-0F797C2A42CA}"/>
                </a:ext>
              </a:extLst>
            </p:cNvPr>
            <p:cNvSpPr txBox="1"/>
            <p:nvPr/>
          </p:nvSpPr>
          <p:spPr>
            <a:xfrm>
              <a:off x="4194041" y="4213305"/>
              <a:ext cx="2300562" cy="636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-154940" fontAlgn="base">
                <a:lnSpc>
                  <a:spcPct val="100000"/>
                </a:lnSpc>
                <a:spcAft>
                  <a:spcPts val="600"/>
                </a:spcAft>
                <a:defRPr sz="1100" spc="-7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algn="ctr">
                <a:spcAft>
                  <a:spcPts val="400"/>
                </a:spcAft>
              </a:pPr>
              <a:r>
                <a:rPr lang="en-US" altLang="ko-KR" sz="16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APEC 2025</a:t>
              </a:r>
              <a:r>
                <a:rPr lang="ko-KR" altLang="en-US" sz="16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를 위한</a:t>
              </a:r>
              <a:endParaRPr lang="en-US" altLang="ko-KR" sz="16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algn="ctr">
                <a:spcAft>
                  <a:spcPts val="400"/>
                </a:spcAft>
              </a:pPr>
              <a:r>
                <a:rPr lang="ko-KR" altLang="en-US" sz="1600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완벽한 물리적 인프라 구축</a:t>
              </a: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6508F34-FC79-02C2-EEAB-8B7A73C3F4FB}"/>
                </a:ext>
              </a:extLst>
            </p:cNvPr>
            <p:cNvSpPr/>
            <p:nvPr/>
          </p:nvSpPr>
          <p:spPr>
            <a:xfrm>
              <a:off x="3913441" y="3448422"/>
              <a:ext cx="291052" cy="2910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C604D4BE-9449-6C89-C780-C2AEB43A1D65}"/>
                </a:ext>
              </a:extLst>
            </p:cNvPr>
            <p:cNvGrpSpPr/>
            <p:nvPr/>
          </p:nvGrpSpPr>
          <p:grpSpPr>
            <a:xfrm>
              <a:off x="3953544" y="3487173"/>
              <a:ext cx="210845" cy="212511"/>
              <a:chOff x="3019563" y="1093076"/>
              <a:chExt cx="979041" cy="986781"/>
            </a:xfrm>
            <a:solidFill>
              <a:srgbClr val="005DA3"/>
            </a:solidFill>
          </p:grpSpPr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F0EB396E-A879-FD88-E7C2-1EB8F6CE74F2}"/>
                  </a:ext>
                </a:extLst>
              </p:cNvPr>
              <p:cNvSpPr/>
              <p:nvPr/>
            </p:nvSpPr>
            <p:spPr>
              <a:xfrm flipV="1">
                <a:off x="3019563" y="1093076"/>
                <a:ext cx="979041" cy="986781"/>
              </a:xfrm>
              <a:custGeom>
                <a:avLst/>
                <a:gdLst>
                  <a:gd name="connsiteX0" fmla="*/ 174019 w 613263"/>
                  <a:gd name="connsiteY0" fmla="*/ 624 h 618111"/>
                  <a:gd name="connsiteX1" fmla="*/ 986 w 613263"/>
                  <a:gd name="connsiteY1" fmla="*/ 290133 h 618111"/>
                  <a:gd name="connsiteX2" fmla="*/ 329590 w 613263"/>
                  <a:gd name="connsiteY2" fmla="*/ 618736 h 618111"/>
                  <a:gd name="connsiteX3" fmla="*/ 614250 w 613263"/>
                  <a:gd name="connsiteY3" fmla="*/ 454390 h 618111"/>
                  <a:gd name="connsiteX4" fmla="*/ 577118 w 613263"/>
                  <a:gd name="connsiteY4" fmla="*/ 432934 h 618111"/>
                  <a:gd name="connsiteX5" fmla="*/ 329590 w 613263"/>
                  <a:gd name="connsiteY5" fmla="*/ 575869 h 618111"/>
                  <a:gd name="connsiteX6" fmla="*/ 43887 w 613263"/>
                  <a:gd name="connsiteY6" fmla="*/ 290133 h 618111"/>
                  <a:gd name="connsiteX7" fmla="*/ 194343 w 613263"/>
                  <a:gd name="connsiteY7" fmla="*/ 38366 h 61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3263" h="618111">
                    <a:moveTo>
                      <a:pt x="174019" y="624"/>
                    </a:moveTo>
                    <a:cubicBezTo>
                      <a:pt x="67295" y="58091"/>
                      <a:pt x="986" y="169020"/>
                      <a:pt x="986" y="290133"/>
                    </a:cubicBezTo>
                    <a:cubicBezTo>
                      <a:pt x="986" y="471319"/>
                      <a:pt x="148403" y="618736"/>
                      <a:pt x="329590" y="618736"/>
                    </a:cubicBezTo>
                    <a:cubicBezTo>
                      <a:pt x="446553" y="618736"/>
                      <a:pt x="555629" y="555767"/>
                      <a:pt x="614250" y="454390"/>
                    </a:cubicBezTo>
                    <a:lnTo>
                      <a:pt x="577118" y="432934"/>
                    </a:lnTo>
                    <a:cubicBezTo>
                      <a:pt x="526153" y="521087"/>
                      <a:pt x="431299" y="575869"/>
                      <a:pt x="329590" y="575869"/>
                    </a:cubicBezTo>
                    <a:cubicBezTo>
                      <a:pt x="172044" y="575869"/>
                      <a:pt x="43887" y="447678"/>
                      <a:pt x="43887" y="290133"/>
                    </a:cubicBezTo>
                    <a:cubicBezTo>
                      <a:pt x="43887" y="184829"/>
                      <a:pt x="101531" y="88344"/>
                      <a:pt x="194343" y="38366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40CE2FE6-B711-DD45-3AE9-18E550430394}"/>
                  </a:ext>
                </a:extLst>
              </p:cNvPr>
              <p:cNvSpPr/>
              <p:nvPr/>
            </p:nvSpPr>
            <p:spPr>
              <a:xfrm flipV="1">
                <a:off x="3447093" y="1364689"/>
                <a:ext cx="297684" cy="404051"/>
              </a:xfrm>
              <a:custGeom>
                <a:avLst/>
                <a:gdLst>
                  <a:gd name="connsiteX0" fmla="*/ 67799 w 186467"/>
                  <a:gd name="connsiteY0" fmla="*/ 639 h 253094"/>
                  <a:gd name="connsiteX1" fmla="*/ 1002 w 186467"/>
                  <a:gd name="connsiteY1" fmla="*/ 30393 h 253094"/>
                  <a:gd name="connsiteX2" fmla="*/ 32986 w 186467"/>
                  <a:gd name="connsiteY2" fmla="*/ 58949 h 253094"/>
                  <a:gd name="connsiteX3" fmla="*/ 69707 w 186467"/>
                  <a:gd name="connsiteY3" fmla="*/ 43540 h 253094"/>
                  <a:gd name="connsiteX4" fmla="*/ 84351 w 186467"/>
                  <a:gd name="connsiteY4" fmla="*/ 51783 h 253094"/>
                  <a:gd name="connsiteX5" fmla="*/ 87125 w 186467"/>
                  <a:gd name="connsiteY5" fmla="*/ 69111 h 253094"/>
                  <a:gd name="connsiteX6" fmla="*/ 69142 w 186467"/>
                  <a:gd name="connsiteY6" fmla="*/ 129806 h 253094"/>
                  <a:gd name="connsiteX7" fmla="*/ 82266 w 186467"/>
                  <a:gd name="connsiteY7" fmla="*/ 217171 h 253094"/>
                  <a:gd name="connsiteX8" fmla="*/ 187470 w 186467"/>
                  <a:gd name="connsiteY8" fmla="*/ 249144 h 253094"/>
                  <a:gd name="connsiteX9" fmla="*/ 174667 w 186467"/>
                  <a:gd name="connsiteY9" fmla="*/ 208219 h 253094"/>
                  <a:gd name="connsiteX10" fmla="*/ 116457 w 186467"/>
                  <a:gd name="connsiteY10" fmla="*/ 191311 h 253094"/>
                  <a:gd name="connsiteX11" fmla="*/ 109934 w 186467"/>
                  <a:gd name="connsiteY11" fmla="*/ 142964 h 253094"/>
                  <a:gd name="connsiteX12" fmla="*/ 128239 w 186467"/>
                  <a:gd name="connsiteY12" fmla="*/ 81304 h 253094"/>
                  <a:gd name="connsiteX13" fmla="*/ 119641 w 186467"/>
                  <a:gd name="connsiteY13" fmla="*/ 27442 h 253094"/>
                  <a:gd name="connsiteX14" fmla="*/ 73435 w 186467"/>
                  <a:gd name="connsiteY14" fmla="*/ 839 h 253094"/>
                  <a:gd name="connsiteX15" fmla="*/ 67799 w 186467"/>
                  <a:gd name="connsiteY15" fmla="*/ 639 h 253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86467" h="253094">
                    <a:moveTo>
                      <a:pt x="67799" y="639"/>
                    </a:moveTo>
                    <a:cubicBezTo>
                      <a:pt x="29536" y="639"/>
                      <a:pt x="5617" y="25246"/>
                      <a:pt x="1002" y="30393"/>
                    </a:cubicBezTo>
                    <a:lnTo>
                      <a:pt x="32986" y="58949"/>
                    </a:lnTo>
                    <a:cubicBezTo>
                      <a:pt x="34517" y="57241"/>
                      <a:pt x="48618" y="42197"/>
                      <a:pt x="69707" y="43540"/>
                    </a:cubicBezTo>
                    <a:cubicBezTo>
                      <a:pt x="77983" y="44161"/>
                      <a:pt x="82410" y="48965"/>
                      <a:pt x="84351" y="51783"/>
                    </a:cubicBezTo>
                    <a:cubicBezTo>
                      <a:pt x="87879" y="56875"/>
                      <a:pt x="88878" y="63198"/>
                      <a:pt x="87125" y="69111"/>
                    </a:cubicBezTo>
                    <a:lnTo>
                      <a:pt x="69142" y="129806"/>
                    </a:lnTo>
                    <a:cubicBezTo>
                      <a:pt x="67722" y="133789"/>
                      <a:pt x="53211" y="178720"/>
                      <a:pt x="82266" y="217171"/>
                    </a:cubicBezTo>
                    <a:cubicBezTo>
                      <a:pt x="105974" y="248556"/>
                      <a:pt x="148253" y="261403"/>
                      <a:pt x="187470" y="249144"/>
                    </a:cubicBezTo>
                    <a:lnTo>
                      <a:pt x="174667" y="208219"/>
                    </a:lnTo>
                    <a:cubicBezTo>
                      <a:pt x="152712" y="215086"/>
                      <a:pt x="129293" y="208285"/>
                      <a:pt x="116457" y="191311"/>
                    </a:cubicBezTo>
                    <a:cubicBezTo>
                      <a:pt x="100615" y="170333"/>
                      <a:pt x="109546" y="144084"/>
                      <a:pt x="109934" y="142964"/>
                    </a:cubicBezTo>
                    <a:lnTo>
                      <a:pt x="128239" y="81304"/>
                    </a:lnTo>
                    <a:cubicBezTo>
                      <a:pt x="133686" y="62877"/>
                      <a:pt x="130558" y="43262"/>
                      <a:pt x="119641" y="27442"/>
                    </a:cubicBezTo>
                    <a:cubicBezTo>
                      <a:pt x="108936" y="11933"/>
                      <a:pt x="92095" y="2237"/>
                      <a:pt x="73435" y="839"/>
                    </a:cubicBezTo>
                    <a:cubicBezTo>
                      <a:pt x="71527" y="706"/>
                      <a:pt x="69652" y="639"/>
                      <a:pt x="67799" y="639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83A756FC-9888-63C7-8617-C27C50FF73DB}"/>
                  </a:ext>
                </a:extLst>
              </p:cNvPr>
              <p:cNvSpPr/>
              <p:nvPr/>
            </p:nvSpPr>
            <p:spPr>
              <a:xfrm flipV="1">
                <a:off x="3400692" y="1753516"/>
                <a:ext cx="192464" cy="121196"/>
              </a:xfrm>
              <a:custGeom>
                <a:avLst/>
                <a:gdLst>
                  <a:gd name="connsiteX0" fmla="*/ 104253 w 120558"/>
                  <a:gd name="connsiteY0" fmla="*/ 666 h 75916"/>
                  <a:gd name="connsiteX1" fmla="*/ 55140 w 120558"/>
                  <a:gd name="connsiteY1" fmla="*/ 9963 h 75916"/>
                  <a:gd name="connsiteX2" fmla="*/ 1001 w 120558"/>
                  <a:gd name="connsiteY2" fmla="*/ 49280 h 75916"/>
                  <a:gd name="connsiteX3" fmla="*/ 34072 w 120558"/>
                  <a:gd name="connsiteY3" fmla="*/ 76582 h 75916"/>
                  <a:gd name="connsiteX4" fmla="*/ 70849 w 120558"/>
                  <a:gd name="connsiteY4" fmla="*/ 49868 h 75916"/>
                  <a:gd name="connsiteX5" fmla="*/ 115990 w 120558"/>
                  <a:gd name="connsiteY5" fmla="*/ 44299 h 75916"/>
                  <a:gd name="connsiteX6" fmla="*/ 121559 w 120558"/>
                  <a:gd name="connsiteY6" fmla="*/ 1798 h 75916"/>
                  <a:gd name="connsiteX7" fmla="*/ 104253 w 120558"/>
                  <a:gd name="connsiteY7" fmla="*/ 666 h 75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0558" h="75916">
                    <a:moveTo>
                      <a:pt x="104253" y="666"/>
                    </a:moveTo>
                    <a:cubicBezTo>
                      <a:pt x="90285" y="666"/>
                      <a:pt x="73278" y="2818"/>
                      <a:pt x="55140" y="9963"/>
                    </a:cubicBezTo>
                    <a:cubicBezTo>
                      <a:pt x="28592" y="20413"/>
                      <a:pt x="11052" y="37121"/>
                      <a:pt x="1001" y="49280"/>
                    </a:cubicBezTo>
                    <a:lnTo>
                      <a:pt x="34072" y="76582"/>
                    </a:lnTo>
                    <a:cubicBezTo>
                      <a:pt x="40906" y="68306"/>
                      <a:pt x="52810" y="56957"/>
                      <a:pt x="70849" y="49868"/>
                    </a:cubicBezTo>
                    <a:cubicBezTo>
                      <a:pt x="88921" y="42734"/>
                      <a:pt x="105373" y="42901"/>
                      <a:pt x="115990" y="44299"/>
                    </a:cubicBezTo>
                    <a:lnTo>
                      <a:pt x="121559" y="1798"/>
                    </a:lnTo>
                    <a:cubicBezTo>
                      <a:pt x="116578" y="1132"/>
                      <a:pt x="110754" y="666"/>
                      <a:pt x="104253" y="666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62D88BC0-AFA3-FFAD-6FB2-3FBA5E32D861}"/>
                  </a:ext>
                </a:extLst>
              </p:cNvPr>
              <p:cNvSpPr/>
              <p:nvPr/>
            </p:nvSpPr>
            <p:spPr>
              <a:xfrm flipV="1">
                <a:off x="3176558" y="1374523"/>
                <a:ext cx="295754" cy="114802"/>
              </a:xfrm>
              <a:custGeom>
                <a:avLst/>
                <a:gdLst>
                  <a:gd name="connsiteX0" fmla="*/ 153199 w 185258"/>
                  <a:gd name="connsiteY0" fmla="*/ 637 h 71911"/>
                  <a:gd name="connsiteX1" fmla="*/ 134461 w 185258"/>
                  <a:gd name="connsiteY1" fmla="*/ 17068 h 71911"/>
                  <a:gd name="connsiteX2" fmla="*/ 50646 w 185258"/>
                  <a:gd name="connsiteY2" fmla="*/ 18088 h 71911"/>
                  <a:gd name="connsiteX3" fmla="*/ 37600 w 185258"/>
                  <a:gd name="connsiteY3" fmla="*/ 3378 h 71911"/>
                  <a:gd name="connsiteX4" fmla="*/ 990 w 185258"/>
                  <a:gd name="connsiteY4" fmla="*/ 25699 h 71911"/>
                  <a:gd name="connsiteX5" fmla="*/ 24575 w 185258"/>
                  <a:gd name="connsiteY5" fmla="*/ 52147 h 71911"/>
                  <a:gd name="connsiteX6" fmla="*/ 156960 w 185258"/>
                  <a:gd name="connsiteY6" fmla="*/ 53567 h 71911"/>
                  <a:gd name="connsiteX7" fmla="*/ 186248 w 185258"/>
                  <a:gd name="connsiteY7" fmla="*/ 27962 h 7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5258" h="71911">
                    <a:moveTo>
                      <a:pt x="153199" y="637"/>
                    </a:moveTo>
                    <a:cubicBezTo>
                      <a:pt x="147763" y="7227"/>
                      <a:pt x="141450" y="12752"/>
                      <a:pt x="134461" y="17068"/>
                    </a:cubicBezTo>
                    <a:cubicBezTo>
                      <a:pt x="111597" y="31179"/>
                      <a:pt x="74465" y="36327"/>
                      <a:pt x="50646" y="18088"/>
                    </a:cubicBezTo>
                    <a:cubicBezTo>
                      <a:pt x="45576" y="14205"/>
                      <a:pt x="41183" y="9246"/>
                      <a:pt x="37600" y="3378"/>
                    </a:cubicBezTo>
                    <a:lnTo>
                      <a:pt x="990" y="25699"/>
                    </a:lnTo>
                    <a:cubicBezTo>
                      <a:pt x="7358" y="36116"/>
                      <a:pt x="15279" y="45002"/>
                      <a:pt x="24575" y="52147"/>
                    </a:cubicBezTo>
                    <a:cubicBezTo>
                      <a:pt x="64026" y="82356"/>
                      <a:pt x="121049" y="75744"/>
                      <a:pt x="156960" y="53567"/>
                    </a:cubicBezTo>
                    <a:cubicBezTo>
                      <a:pt x="167965" y="46777"/>
                      <a:pt x="177828" y="38157"/>
                      <a:pt x="186248" y="27962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3E91E3E0-7C15-CCF4-654A-EC32209CD9EE}"/>
                  </a:ext>
                </a:extLst>
              </p:cNvPr>
              <p:cNvSpPr/>
              <p:nvPr/>
            </p:nvSpPr>
            <p:spPr>
              <a:xfrm flipV="1">
                <a:off x="3142887" y="1208210"/>
                <a:ext cx="747896" cy="753829"/>
              </a:xfrm>
              <a:custGeom>
                <a:avLst/>
                <a:gdLst>
                  <a:gd name="connsiteX0" fmla="*/ 133163 w 468476"/>
                  <a:gd name="connsiteY0" fmla="*/ 631 h 472192"/>
                  <a:gd name="connsiteX1" fmla="*/ 65324 w 468476"/>
                  <a:gd name="connsiteY1" fmla="*/ 54004 h 472192"/>
                  <a:gd name="connsiteX2" fmla="*/ 990 w 468476"/>
                  <a:gd name="connsiteY2" fmla="*/ 221811 h 472192"/>
                  <a:gd name="connsiteX3" fmla="*/ 252024 w 468476"/>
                  <a:gd name="connsiteY3" fmla="*/ 472823 h 472192"/>
                  <a:gd name="connsiteX4" fmla="*/ 437748 w 468476"/>
                  <a:gd name="connsiteY4" fmla="*/ 390684 h 472192"/>
                  <a:gd name="connsiteX5" fmla="*/ 469466 w 468476"/>
                  <a:gd name="connsiteY5" fmla="*/ 347284 h 472192"/>
                  <a:gd name="connsiteX6" fmla="*/ 432356 w 468476"/>
                  <a:gd name="connsiteY6" fmla="*/ 325828 h 472192"/>
                  <a:gd name="connsiteX7" fmla="*/ 406030 w 468476"/>
                  <a:gd name="connsiteY7" fmla="*/ 361839 h 472192"/>
                  <a:gd name="connsiteX8" fmla="*/ 252024 w 468476"/>
                  <a:gd name="connsiteY8" fmla="*/ 429945 h 472192"/>
                  <a:gd name="connsiteX9" fmla="*/ 43868 w 468476"/>
                  <a:gd name="connsiteY9" fmla="*/ 221811 h 472192"/>
                  <a:gd name="connsiteX10" fmla="*/ 97208 w 468476"/>
                  <a:gd name="connsiteY10" fmla="*/ 82671 h 472192"/>
                  <a:gd name="connsiteX11" fmla="*/ 153498 w 468476"/>
                  <a:gd name="connsiteY11" fmla="*/ 38373 h 472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68476" h="472192">
                    <a:moveTo>
                      <a:pt x="133163" y="631"/>
                    </a:moveTo>
                    <a:cubicBezTo>
                      <a:pt x="107580" y="14398"/>
                      <a:pt x="84771" y="32360"/>
                      <a:pt x="65324" y="54004"/>
                    </a:cubicBezTo>
                    <a:cubicBezTo>
                      <a:pt x="23843" y="100122"/>
                      <a:pt x="990" y="159718"/>
                      <a:pt x="990" y="221811"/>
                    </a:cubicBezTo>
                    <a:cubicBezTo>
                      <a:pt x="990" y="360209"/>
                      <a:pt x="113593" y="472823"/>
                      <a:pt x="252024" y="472823"/>
                    </a:cubicBezTo>
                    <a:cubicBezTo>
                      <a:pt x="322548" y="472823"/>
                      <a:pt x="390255" y="442881"/>
                      <a:pt x="437748" y="390684"/>
                    </a:cubicBezTo>
                    <a:cubicBezTo>
                      <a:pt x="449852" y="377382"/>
                      <a:pt x="460524" y="362793"/>
                      <a:pt x="469466" y="347284"/>
                    </a:cubicBezTo>
                    <a:lnTo>
                      <a:pt x="432356" y="325828"/>
                    </a:lnTo>
                    <a:cubicBezTo>
                      <a:pt x="424935" y="338675"/>
                      <a:pt x="416070" y="350790"/>
                      <a:pt x="406030" y="361839"/>
                    </a:cubicBezTo>
                    <a:cubicBezTo>
                      <a:pt x="366647" y="405117"/>
                      <a:pt x="310500" y="429945"/>
                      <a:pt x="252024" y="429945"/>
                    </a:cubicBezTo>
                    <a:cubicBezTo>
                      <a:pt x="137246" y="429945"/>
                      <a:pt x="43868" y="336567"/>
                      <a:pt x="43868" y="221811"/>
                    </a:cubicBezTo>
                    <a:cubicBezTo>
                      <a:pt x="43868" y="170313"/>
                      <a:pt x="62794" y="120901"/>
                      <a:pt x="97208" y="82671"/>
                    </a:cubicBezTo>
                    <a:cubicBezTo>
                      <a:pt x="113338" y="64699"/>
                      <a:pt x="132287" y="49810"/>
                      <a:pt x="153498" y="38373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6280756-D004-0C25-D457-C5C8052EDB18}"/>
                </a:ext>
              </a:extLst>
            </p:cNvPr>
            <p:cNvSpPr/>
            <p:nvPr/>
          </p:nvSpPr>
          <p:spPr>
            <a:xfrm>
              <a:off x="6456589" y="3389933"/>
              <a:ext cx="291052" cy="2910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11C40089-3C9B-E421-4897-DE101B027AD1}"/>
                </a:ext>
              </a:extLst>
            </p:cNvPr>
            <p:cNvGrpSpPr/>
            <p:nvPr/>
          </p:nvGrpSpPr>
          <p:grpSpPr>
            <a:xfrm>
              <a:off x="6496959" y="3442699"/>
              <a:ext cx="211416" cy="205936"/>
              <a:chOff x="5627876" y="1093078"/>
              <a:chExt cx="981697" cy="956253"/>
            </a:xfrm>
            <a:solidFill>
              <a:srgbClr val="532E92"/>
            </a:solidFill>
          </p:grpSpPr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54072130-A937-6E2C-5F2B-211CCB86C314}"/>
                  </a:ext>
                </a:extLst>
              </p:cNvPr>
              <p:cNvSpPr/>
              <p:nvPr/>
            </p:nvSpPr>
            <p:spPr>
              <a:xfrm flipV="1">
                <a:off x="6033571" y="1188884"/>
                <a:ext cx="240655" cy="322391"/>
              </a:xfrm>
              <a:custGeom>
                <a:avLst/>
                <a:gdLst>
                  <a:gd name="connsiteX0" fmla="*/ 76570 w 150744"/>
                  <a:gd name="connsiteY0" fmla="*/ 53315 h 201943"/>
                  <a:gd name="connsiteX1" fmla="*/ 97870 w 150744"/>
                  <a:gd name="connsiteY1" fmla="*/ 51418 h 201943"/>
                  <a:gd name="connsiteX2" fmla="*/ 109075 w 150744"/>
                  <a:gd name="connsiteY2" fmla="*/ 101652 h 201943"/>
                  <a:gd name="connsiteX3" fmla="*/ 76570 w 150744"/>
                  <a:gd name="connsiteY3" fmla="*/ 159695 h 201943"/>
                  <a:gd name="connsiteX4" fmla="*/ 44076 w 150744"/>
                  <a:gd name="connsiteY4" fmla="*/ 101652 h 201943"/>
                  <a:gd name="connsiteX5" fmla="*/ 55269 w 150744"/>
                  <a:gd name="connsiteY5" fmla="*/ 51418 h 201943"/>
                  <a:gd name="connsiteX6" fmla="*/ 76570 w 150744"/>
                  <a:gd name="connsiteY6" fmla="*/ 53315 h 201943"/>
                  <a:gd name="connsiteX7" fmla="*/ 35234 w 150744"/>
                  <a:gd name="connsiteY7" fmla="*/ 630 h 201943"/>
                  <a:gd name="connsiteX8" fmla="*/ 26170 w 150744"/>
                  <a:gd name="connsiteY8" fmla="*/ 15052 h 201943"/>
                  <a:gd name="connsiteX9" fmla="*/ 1197 w 150744"/>
                  <a:gd name="connsiteY9" fmla="*/ 101652 h 201943"/>
                  <a:gd name="connsiteX10" fmla="*/ 76570 w 150744"/>
                  <a:gd name="connsiteY10" fmla="*/ 202574 h 201943"/>
                  <a:gd name="connsiteX11" fmla="*/ 151942 w 150744"/>
                  <a:gd name="connsiteY11" fmla="*/ 101652 h 201943"/>
                  <a:gd name="connsiteX12" fmla="*/ 126970 w 150744"/>
                  <a:gd name="connsiteY12" fmla="*/ 15052 h 201943"/>
                  <a:gd name="connsiteX13" fmla="*/ 117928 w 150744"/>
                  <a:gd name="connsiteY13" fmla="*/ 630 h 201943"/>
                  <a:gd name="connsiteX14" fmla="*/ 101809 w 150744"/>
                  <a:gd name="connsiteY14" fmla="*/ 6199 h 201943"/>
                  <a:gd name="connsiteX15" fmla="*/ 51353 w 150744"/>
                  <a:gd name="connsiteY15" fmla="*/ 6199 h 201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0744" h="201943">
                    <a:moveTo>
                      <a:pt x="76570" y="53315"/>
                    </a:moveTo>
                    <a:cubicBezTo>
                      <a:pt x="83748" y="53315"/>
                      <a:pt x="90870" y="52672"/>
                      <a:pt x="97870" y="51418"/>
                    </a:cubicBezTo>
                    <a:cubicBezTo>
                      <a:pt x="104937" y="67150"/>
                      <a:pt x="109075" y="85333"/>
                      <a:pt x="109075" y="101652"/>
                    </a:cubicBezTo>
                    <a:cubicBezTo>
                      <a:pt x="109075" y="130185"/>
                      <a:pt x="96905" y="159695"/>
                      <a:pt x="76570" y="159695"/>
                    </a:cubicBezTo>
                    <a:cubicBezTo>
                      <a:pt x="56235" y="159695"/>
                      <a:pt x="44076" y="130185"/>
                      <a:pt x="44076" y="101652"/>
                    </a:cubicBezTo>
                    <a:cubicBezTo>
                      <a:pt x="44076" y="85333"/>
                      <a:pt x="48214" y="67150"/>
                      <a:pt x="55269" y="51418"/>
                    </a:cubicBezTo>
                    <a:cubicBezTo>
                      <a:pt x="62270" y="52672"/>
                      <a:pt x="69403" y="53315"/>
                      <a:pt x="76570" y="53315"/>
                    </a:cubicBezTo>
                    <a:moveTo>
                      <a:pt x="35234" y="630"/>
                    </a:moveTo>
                    <a:lnTo>
                      <a:pt x="26170" y="15052"/>
                    </a:lnTo>
                    <a:cubicBezTo>
                      <a:pt x="10527" y="39925"/>
                      <a:pt x="1197" y="72308"/>
                      <a:pt x="1197" y="101652"/>
                    </a:cubicBezTo>
                    <a:cubicBezTo>
                      <a:pt x="1197" y="151808"/>
                      <a:pt x="27091" y="202574"/>
                      <a:pt x="76570" y="202574"/>
                    </a:cubicBezTo>
                    <a:cubicBezTo>
                      <a:pt x="126049" y="202574"/>
                      <a:pt x="151942" y="151808"/>
                      <a:pt x="151942" y="101652"/>
                    </a:cubicBezTo>
                    <a:cubicBezTo>
                      <a:pt x="151942" y="72308"/>
                      <a:pt x="142612" y="39936"/>
                      <a:pt x="126970" y="15052"/>
                    </a:cubicBezTo>
                    <a:lnTo>
                      <a:pt x="117928" y="630"/>
                    </a:lnTo>
                    <a:lnTo>
                      <a:pt x="101809" y="6199"/>
                    </a:lnTo>
                    <a:cubicBezTo>
                      <a:pt x="85567" y="11835"/>
                      <a:pt x="67573" y="11835"/>
                      <a:pt x="51353" y="6199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5" name="자유형: 도형 64">
                <a:extLst>
                  <a:ext uri="{FF2B5EF4-FFF2-40B4-BE49-F238E27FC236}">
                    <a16:creationId xmlns:a16="http://schemas.microsoft.com/office/drawing/2014/main" id="{80C43059-7773-08F2-2995-5911897A0235}"/>
                  </a:ext>
                </a:extLst>
              </p:cNvPr>
              <p:cNvSpPr/>
              <p:nvPr/>
            </p:nvSpPr>
            <p:spPr>
              <a:xfrm flipV="1">
                <a:off x="6033553" y="1726958"/>
                <a:ext cx="240672" cy="322373"/>
              </a:xfrm>
              <a:custGeom>
                <a:avLst/>
                <a:gdLst>
                  <a:gd name="connsiteX0" fmla="*/ 55279 w 150755"/>
                  <a:gd name="connsiteY0" fmla="*/ 151846 h 201932"/>
                  <a:gd name="connsiteX1" fmla="*/ 44085 w 150755"/>
                  <a:gd name="connsiteY1" fmla="*/ 101601 h 201932"/>
                  <a:gd name="connsiteX2" fmla="*/ 76579 w 150755"/>
                  <a:gd name="connsiteY2" fmla="*/ 43558 h 201932"/>
                  <a:gd name="connsiteX3" fmla="*/ 109084 w 150755"/>
                  <a:gd name="connsiteY3" fmla="*/ 101601 h 201932"/>
                  <a:gd name="connsiteX4" fmla="*/ 97879 w 150755"/>
                  <a:gd name="connsiteY4" fmla="*/ 151846 h 201932"/>
                  <a:gd name="connsiteX5" fmla="*/ 55279 w 150755"/>
                  <a:gd name="connsiteY5" fmla="*/ 151846 h 201932"/>
                  <a:gd name="connsiteX6" fmla="*/ 76579 w 150755"/>
                  <a:gd name="connsiteY6" fmla="*/ 679 h 201932"/>
                  <a:gd name="connsiteX7" fmla="*/ 1195 w 150755"/>
                  <a:gd name="connsiteY7" fmla="*/ 101601 h 201932"/>
                  <a:gd name="connsiteX8" fmla="*/ 26179 w 150755"/>
                  <a:gd name="connsiteY8" fmla="*/ 188201 h 201932"/>
                  <a:gd name="connsiteX9" fmla="*/ 35243 w 150755"/>
                  <a:gd name="connsiteY9" fmla="*/ 202612 h 201932"/>
                  <a:gd name="connsiteX10" fmla="*/ 51340 w 150755"/>
                  <a:gd name="connsiteY10" fmla="*/ 197065 h 201932"/>
                  <a:gd name="connsiteX11" fmla="*/ 101840 w 150755"/>
                  <a:gd name="connsiteY11" fmla="*/ 197065 h 201932"/>
                  <a:gd name="connsiteX12" fmla="*/ 117926 w 150755"/>
                  <a:gd name="connsiteY12" fmla="*/ 202612 h 201932"/>
                  <a:gd name="connsiteX13" fmla="*/ 126979 w 150755"/>
                  <a:gd name="connsiteY13" fmla="*/ 188201 h 201932"/>
                  <a:gd name="connsiteX14" fmla="*/ 151951 w 150755"/>
                  <a:gd name="connsiteY14" fmla="*/ 101601 h 201932"/>
                  <a:gd name="connsiteX15" fmla="*/ 76579 w 150755"/>
                  <a:gd name="connsiteY15" fmla="*/ 679 h 20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0755" h="201932">
                    <a:moveTo>
                      <a:pt x="55279" y="151846"/>
                    </a:moveTo>
                    <a:cubicBezTo>
                      <a:pt x="48223" y="136115"/>
                      <a:pt x="44085" y="117932"/>
                      <a:pt x="44085" y="101601"/>
                    </a:cubicBezTo>
                    <a:cubicBezTo>
                      <a:pt x="44085" y="73068"/>
                      <a:pt x="56233" y="43558"/>
                      <a:pt x="76579" y="43558"/>
                    </a:cubicBezTo>
                    <a:cubicBezTo>
                      <a:pt x="96914" y="43558"/>
                      <a:pt x="109084" y="73068"/>
                      <a:pt x="109084" y="101601"/>
                    </a:cubicBezTo>
                    <a:cubicBezTo>
                      <a:pt x="109084" y="117921"/>
                      <a:pt x="104946" y="136104"/>
                      <a:pt x="97879" y="151846"/>
                    </a:cubicBezTo>
                    <a:cubicBezTo>
                      <a:pt x="83846" y="149305"/>
                      <a:pt x="69323" y="149305"/>
                      <a:pt x="55279" y="151846"/>
                    </a:cubicBezTo>
                    <a:moveTo>
                      <a:pt x="76579" y="679"/>
                    </a:moveTo>
                    <a:cubicBezTo>
                      <a:pt x="27089" y="679"/>
                      <a:pt x="1195" y="51445"/>
                      <a:pt x="1195" y="101601"/>
                    </a:cubicBezTo>
                    <a:cubicBezTo>
                      <a:pt x="1195" y="130956"/>
                      <a:pt x="10537" y="163339"/>
                      <a:pt x="26179" y="188201"/>
                    </a:cubicBezTo>
                    <a:lnTo>
                      <a:pt x="35243" y="202612"/>
                    </a:lnTo>
                    <a:lnTo>
                      <a:pt x="51340" y="197065"/>
                    </a:lnTo>
                    <a:cubicBezTo>
                      <a:pt x="67637" y="191429"/>
                      <a:pt x="85521" y="191429"/>
                      <a:pt x="101840" y="197065"/>
                    </a:cubicBezTo>
                    <a:lnTo>
                      <a:pt x="117926" y="202612"/>
                    </a:lnTo>
                    <a:lnTo>
                      <a:pt x="126979" y="188201"/>
                    </a:lnTo>
                    <a:cubicBezTo>
                      <a:pt x="142621" y="163317"/>
                      <a:pt x="151951" y="130945"/>
                      <a:pt x="151951" y="101601"/>
                    </a:cubicBezTo>
                    <a:cubicBezTo>
                      <a:pt x="151951" y="51445"/>
                      <a:pt x="126058" y="679"/>
                      <a:pt x="76579" y="679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281C592E-6351-D704-A482-AF5B244744B0}"/>
                  </a:ext>
                </a:extLst>
              </p:cNvPr>
              <p:cNvSpPr/>
              <p:nvPr/>
            </p:nvSpPr>
            <p:spPr>
              <a:xfrm flipV="1">
                <a:off x="5767628" y="1351210"/>
                <a:ext cx="325889" cy="272318"/>
              </a:xfrm>
              <a:custGeom>
                <a:avLst/>
                <a:gdLst>
                  <a:gd name="connsiteX0" fmla="*/ 71763 w 204134"/>
                  <a:gd name="connsiteY0" fmla="*/ 128351 h 170578"/>
                  <a:gd name="connsiteX1" fmla="*/ 70343 w 204134"/>
                  <a:gd name="connsiteY1" fmla="*/ 128329 h 170578"/>
                  <a:gd name="connsiteX2" fmla="*/ 46890 w 204134"/>
                  <a:gd name="connsiteY2" fmla="*/ 116725 h 170578"/>
                  <a:gd name="connsiteX3" fmla="*/ 48643 w 204134"/>
                  <a:gd name="connsiteY3" fmla="*/ 90676 h 170578"/>
                  <a:gd name="connsiteX4" fmla="*/ 80904 w 204134"/>
                  <a:gd name="connsiteY4" fmla="*/ 59569 h 170578"/>
                  <a:gd name="connsiteX5" fmla="*/ 130028 w 204134"/>
                  <a:gd name="connsiteY5" fmla="*/ 44137 h 170578"/>
                  <a:gd name="connsiteX6" fmla="*/ 151340 w 204134"/>
                  <a:gd name="connsiteY6" fmla="*/ 80991 h 170578"/>
                  <a:gd name="connsiteX7" fmla="*/ 113398 w 204134"/>
                  <a:gd name="connsiteY7" fmla="*/ 115848 h 170578"/>
                  <a:gd name="connsiteX8" fmla="*/ 71763 w 204134"/>
                  <a:gd name="connsiteY8" fmla="*/ 128351 h 170578"/>
                  <a:gd name="connsiteX9" fmla="*/ 141610 w 204134"/>
                  <a:gd name="connsiteY9" fmla="*/ 649 h 170578"/>
                  <a:gd name="connsiteX10" fmla="*/ 59471 w 204134"/>
                  <a:gd name="connsiteY10" fmla="*/ 22426 h 170578"/>
                  <a:gd name="connsiteX11" fmla="*/ 10912 w 204134"/>
                  <a:gd name="connsiteY11" fmla="*/ 70319 h 170578"/>
                  <a:gd name="connsiteX12" fmla="*/ 9759 w 204134"/>
                  <a:gd name="connsiteY12" fmla="*/ 138169 h 170578"/>
                  <a:gd name="connsiteX13" fmla="*/ 69189 w 204134"/>
                  <a:gd name="connsiteY13" fmla="*/ 171185 h 170578"/>
                  <a:gd name="connsiteX14" fmla="*/ 134843 w 204134"/>
                  <a:gd name="connsiteY14" fmla="*/ 152991 h 170578"/>
                  <a:gd name="connsiteX15" fmla="*/ 197369 w 204134"/>
                  <a:gd name="connsiteY15" fmla="*/ 88025 h 170578"/>
                  <a:gd name="connsiteX16" fmla="*/ 205312 w 204134"/>
                  <a:gd name="connsiteY16" fmla="*/ 72992 h 170578"/>
                  <a:gd name="connsiteX17" fmla="*/ 192465 w 204134"/>
                  <a:gd name="connsiteY17" fmla="*/ 61832 h 170578"/>
                  <a:gd name="connsiteX18" fmla="*/ 167204 w 204134"/>
                  <a:gd name="connsiteY18" fmla="*/ 18122 h 170578"/>
                  <a:gd name="connsiteX19" fmla="*/ 163987 w 204134"/>
                  <a:gd name="connsiteY19" fmla="*/ 1392 h 170578"/>
                  <a:gd name="connsiteX20" fmla="*/ 146947 w 204134"/>
                  <a:gd name="connsiteY20" fmla="*/ 760 h 170578"/>
                  <a:gd name="connsiteX21" fmla="*/ 141610 w 204134"/>
                  <a:gd name="connsiteY21" fmla="*/ 649 h 170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4134" h="170578">
                    <a:moveTo>
                      <a:pt x="71763" y="128351"/>
                    </a:moveTo>
                    <a:cubicBezTo>
                      <a:pt x="71286" y="128351"/>
                      <a:pt x="70820" y="128340"/>
                      <a:pt x="70343" y="128329"/>
                    </a:cubicBezTo>
                    <a:cubicBezTo>
                      <a:pt x="53325" y="127874"/>
                      <a:pt x="48465" y="119476"/>
                      <a:pt x="46890" y="116725"/>
                    </a:cubicBezTo>
                    <a:cubicBezTo>
                      <a:pt x="42663" y="109414"/>
                      <a:pt x="43262" y="100650"/>
                      <a:pt x="48643" y="90676"/>
                    </a:cubicBezTo>
                    <a:cubicBezTo>
                      <a:pt x="54867" y="79138"/>
                      <a:pt x="66626" y="67800"/>
                      <a:pt x="80904" y="59569"/>
                    </a:cubicBezTo>
                    <a:cubicBezTo>
                      <a:pt x="95049" y="51392"/>
                      <a:pt x="112877" y="45890"/>
                      <a:pt x="130028" y="44137"/>
                    </a:cubicBezTo>
                    <a:cubicBezTo>
                      <a:pt x="134865" y="57550"/>
                      <a:pt x="142121" y="70064"/>
                      <a:pt x="151340" y="80991"/>
                    </a:cubicBezTo>
                    <a:cubicBezTo>
                      <a:pt x="141244" y="94981"/>
                      <a:pt x="127554" y="107683"/>
                      <a:pt x="113398" y="115848"/>
                    </a:cubicBezTo>
                    <a:cubicBezTo>
                      <a:pt x="99575" y="123836"/>
                      <a:pt x="84488" y="128351"/>
                      <a:pt x="71763" y="128351"/>
                    </a:cubicBezTo>
                    <a:moveTo>
                      <a:pt x="141610" y="649"/>
                    </a:moveTo>
                    <a:cubicBezTo>
                      <a:pt x="113665" y="649"/>
                      <a:pt x="83356" y="8647"/>
                      <a:pt x="59471" y="22426"/>
                    </a:cubicBezTo>
                    <a:cubicBezTo>
                      <a:pt x="38192" y="34718"/>
                      <a:pt x="20941" y="51714"/>
                      <a:pt x="10912" y="70319"/>
                    </a:cubicBezTo>
                    <a:cubicBezTo>
                      <a:pt x="-1657" y="93594"/>
                      <a:pt x="-2068" y="117690"/>
                      <a:pt x="9759" y="138169"/>
                    </a:cubicBezTo>
                    <a:cubicBezTo>
                      <a:pt x="21629" y="158749"/>
                      <a:pt x="42752" y="170475"/>
                      <a:pt x="69189" y="171185"/>
                    </a:cubicBezTo>
                    <a:cubicBezTo>
                      <a:pt x="90268" y="171817"/>
                      <a:pt x="113532" y="165294"/>
                      <a:pt x="134843" y="152991"/>
                    </a:cubicBezTo>
                    <a:cubicBezTo>
                      <a:pt x="160282" y="138291"/>
                      <a:pt x="183645" y="114018"/>
                      <a:pt x="197369" y="88025"/>
                    </a:cubicBezTo>
                    <a:lnTo>
                      <a:pt x="205312" y="72992"/>
                    </a:lnTo>
                    <a:lnTo>
                      <a:pt x="192465" y="61832"/>
                    </a:lnTo>
                    <a:cubicBezTo>
                      <a:pt x="179419" y="50494"/>
                      <a:pt x="170455" y="34973"/>
                      <a:pt x="167204" y="18122"/>
                    </a:cubicBezTo>
                    <a:lnTo>
                      <a:pt x="163987" y="1392"/>
                    </a:lnTo>
                    <a:lnTo>
                      <a:pt x="146947" y="760"/>
                    </a:lnTo>
                    <a:cubicBezTo>
                      <a:pt x="145183" y="682"/>
                      <a:pt x="143408" y="649"/>
                      <a:pt x="141610" y="649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1CCFA0E9-5E67-2632-743F-FEFBDA7E8CB9}"/>
                  </a:ext>
                </a:extLst>
              </p:cNvPr>
              <p:cNvSpPr/>
              <p:nvPr/>
            </p:nvSpPr>
            <p:spPr>
              <a:xfrm flipV="1">
                <a:off x="6214300" y="1614677"/>
                <a:ext cx="325889" cy="272354"/>
              </a:xfrm>
              <a:custGeom>
                <a:avLst/>
                <a:gdLst>
                  <a:gd name="connsiteX0" fmla="*/ 55182 w 204134"/>
                  <a:gd name="connsiteY0" fmla="*/ 90914 h 170600"/>
                  <a:gd name="connsiteX1" fmla="*/ 93123 w 204134"/>
                  <a:gd name="connsiteY1" fmla="*/ 56046 h 170600"/>
                  <a:gd name="connsiteX2" fmla="*/ 159632 w 204134"/>
                  <a:gd name="connsiteY2" fmla="*/ 55181 h 170600"/>
                  <a:gd name="connsiteX3" fmla="*/ 157879 w 204134"/>
                  <a:gd name="connsiteY3" fmla="*/ 81241 h 170600"/>
                  <a:gd name="connsiteX4" fmla="*/ 125618 w 204134"/>
                  <a:gd name="connsiteY4" fmla="*/ 112359 h 170600"/>
                  <a:gd name="connsiteX5" fmla="*/ 76482 w 204134"/>
                  <a:gd name="connsiteY5" fmla="*/ 127780 h 170600"/>
                  <a:gd name="connsiteX6" fmla="*/ 55182 w 204134"/>
                  <a:gd name="connsiteY6" fmla="*/ 90914 h 170600"/>
                  <a:gd name="connsiteX7" fmla="*/ 135125 w 204134"/>
                  <a:gd name="connsiteY7" fmla="*/ 665 h 170600"/>
                  <a:gd name="connsiteX8" fmla="*/ 71668 w 204134"/>
                  <a:gd name="connsiteY8" fmla="*/ 18926 h 170600"/>
                  <a:gd name="connsiteX9" fmla="*/ 9153 w 204134"/>
                  <a:gd name="connsiteY9" fmla="*/ 83881 h 170600"/>
                  <a:gd name="connsiteX10" fmla="*/ 1210 w 204134"/>
                  <a:gd name="connsiteY10" fmla="*/ 98924 h 170600"/>
                  <a:gd name="connsiteX11" fmla="*/ 14046 w 204134"/>
                  <a:gd name="connsiteY11" fmla="*/ 110096 h 170600"/>
                  <a:gd name="connsiteX12" fmla="*/ 39295 w 204134"/>
                  <a:gd name="connsiteY12" fmla="*/ 153773 h 170600"/>
                  <a:gd name="connsiteX13" fmla="*/ 42513 w 204134"/>
                  <a:gd name="connsiteY13" fmla="*/ 170514 h 170600"/>
                  <a:gd name="connsiteX14" fmla="*/ 59553 w 204134"/>
                  <a:gd name="connsiteY14" fmla="*/ 171146 h 170600"/>
                  <a:gd name="connsiteX15" fmla="*/ 147040 w 204134"/>
                  <a:gd name="connsiteY15" fmla="*/ 149491 h 170600"/>
                  <a:gd name="connsiteX16" fmla="*/ 195609 w 204134"/>
                  <a:gd name="connsiteY16" fmla="*/ 101609 h 170600"/>
                  <a:gd name="connsiteX17" fmla="*/ 196763 w 204134"/>
                  <a:gd name="connsiteY17" fmla="*/ 33758 h 170600"/>
                  <a:gd name="connsiteX18" fmla="*/ 135125 w 204134"/>
                  <a:gd name="connsiteY18" fmla="*/ 665 h 17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4134" h="170600">
                    <a:moveTo>
                      <a:pt x="55182" y="90914"/>
                    </a:moveTo>
                    <a:cubicBezTo>
                      <a:pt x="65289" y="76925"/>
                      <a:pt x="78967" y="64234"/>
                      <a:pt x="93123" y="56046"/>
                    </a:cubicBezTo>
                    <a:cubicBezTo>
                      <a:pt x="117819" y="41813"/>
                      <a:pt x="149459" y="37575"/>
                      <a:pt x="159632" y="55181"/>
                    </a:cubicBezTo>
                    <a:cubicBezTo>
                      <a:pt x="163847" y="62492"/>
                      <a:pt x="163259" y="71267"/>
                      <a:pt x="157879" y="81241"/>
                    </a:cubicBezTo>
                    <a:cubicBezTo>
                      <a:pt x="151644" y="92767"/>
                      <a:pt x="139896" y="104105"/>
                      <a:pt x="125618" y="112359"/>
                    </a:cubicBezTo>
                    <a:cubicBezTo>
                      <a:pt x="111473" y="120524"/>
                      <a:pt x="93645" y="126027"/>
                      <a:pt x="76482" y="127780"/>
                    </a:cubicBezTo>
                    <a:cubicBezTo>
                      <a:pt x="71634" y="114367"/>
                      <a:pt x="64412" y="101842"/>
                      <a:pt x="55182" y="90914"/>
                    </a:cubicBezTo>
                    <a:moveTo>
                      <a:pt x="135125" y="665"/>
                    </a:moveTo>
                    <a:cubicBezTo>
                      <a:pt x="114058" y="665"/>
                      <a:pt x="91470" y="7499"/>
                      <a:pt x="71668" y="18926"/>
                    </a:cubicBezTo>
                    <a:cubicBezTo>
                      <a:pt x="46240" y="33614"/>
                      <a:pt x="22876" y="57888"/>
                      <a:pt x="9153" y="83881"/>
                    </a:cubicBezTo>
                    <a:lnTo>
                      <a:pt x="1210" y="98924"/>
                    </a:lnTo>
                    <a:lnTo>
                      <a:pt x="14046" y="110096"/>
                    </a:lnTo>
                    <a:cubicBezTo>
                      <a:pt x="27103" y="121423"/>
                      <a:pt x="36067" y="136932"/>
                      <a:pt x="39295" y="153773"/>
                    </a:cubicBezTo>
                    <a:lnTo>
                      <a:pt x="42513" y="170514"/>
                    </a:lnTo>
                    <a:lnTo>
                      <a:pt x="59553" y="171146"/>
                    </a:lnTo>
                    <a:cubicBezTo>
                      <a:pt x="88941" y="172366"/>
                      <a:pt x="121613" y="164179"/>
                      <a:pt x="147040" y="149491"/>
                    </a:cubicBezTo>
                    <a:cubicBezTo>
                      <a:pt x="168329" y="137210"/>
                      <a:pt x="185569" y="120203"/>
                      <a:pt x="195609" y="101609"/>
                    </a:cubicBezTo>
                    <a:cubicBezTo>
                      <a:pt x="208179" y="78323"/>
                      <a:pt x="208589" y="54216"/>
                      <a:pt x="196763" y="33758"/>
                    </a:cubicBezTo>
                    <a:cubicBezTo>
                      <a:pt x="183295" y="10428"/>
                      <a:pt x="160297" y="665"/>
                      <a:pt x="135125" y="665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8" name="자유형: 도형 67">
                <a:extLst>
                  <a:ext uri="{FF2B5EF4-FFF2-40B4-BE49-F238E27FC236}">
                    <a16:creationId xmlns:a16="http://schemas.microsoft.com/office/drawing/2014/main" id="{47ACFE35-6D18-43AF-F230-3D12E02120F1}"/>
                  </a:ext>
                </a:extLst>
              </p:cNvPr>
              <p:cNvSpPr/>
              <p:nvPr/>
            </p:nvSpPr>
            <p:spPr>
              <a:xfrm flipV="1">
                <a:off x="5767319" y="1614638"/>
                <a:ext cx="326197" cy="272370"/>
              </a:xfrm>
              <a:custGeom>
                <a:avLst/>
                <a:gdLst>
                  <a:gd name="connsiteX0" fmla="*/ 130227 w 204327"/>
                  <a:gd name="connsiteY0" fmla="*/ 127772 h 170610"/>
                  <a:gd name="connsiteX1" fmla="*/ 81103 w 204327"/>
                  <a:gd name="connsiteY1" fmla="*/ 112340 h 170610"/>
                  <a:gd name="connsiteX2" fmla="*/ 47078 w 204327"/>
                  <a:gd name="connsiteY2" fmla="*/ 55173 h 170610"/>
                  <a:gd name="connsiteX3" fmla="*/ 113597 w 204327"/>
                  <a:gd name="connsiteY3" fmla="*/ 56049 h 170610"/>
                  <a:gd name="connsiteX4" fmla="*/ 151527 w 204327"/>
                  <a:gd name="connsiteY4" fmla="*/ 90907 h 170610"/>
                  <a:gd name="connsiteX5" fmla="*/ 130227 w 204327"/>
                  <a:gd name="connsiteY5" fmla="*/ 127772 h 170610"/>
                  <a:gd name="connsiteX6" fmla="*/ 71595 w 204327"/>
                  <a:gd name="connsiteY6" fmla="*/ 668 h 170610"/>
                  <a:gd name="connsiteX7" fmla="*/ 9957 w 204327"/>
                  <a:gd name="connsiteY7" fmla="*/ 33739 h 170610"/>
                  <a:gd name="connsiteX8" fmla="*/ 59669 w 204327"/>
                  <a:gd name="connsiteY8" fmla="*/ 149483 h 170610"/>
                  <a:gd name="connsiteX9" fmla="*/ 147156 w 204327"/>
                  <a:gd name="connsiteY9" fmla="*/ 171138 h 170610"/>
                  <a:gd name="connsiteX10" fmla="*/ 164197 w 204327"/>
                  <a:gd name="connsiteY10" fmla="*/ 170517 h 170610"/>
                  <a:gd name="connsiteX11" fmla="*/ 167414 w 204327"/>
                  <a:gd name="connsiteY11" fmla="*/ 153776 h 170610"/>
                  <a:gd name="connsiteX12" fmla="*/ 192664 w 204327"/>
                  <a:gd name="connsiteY12" fmla="*/ 110066 h 170610"/>
                  <a:gd name="connsiteX13" fmla="*/ 205511 w 204327"/>
                  <a:gd name="connsiteY13" fmla="*/ 98905 h 170610"/>
                  <a:gd name="connsiteX14" fmla="*/ 197556 w 204327"/>
                  <a:gd name="connsiteY14" fmla="*/ 83873 h 170610"/>
                  <a:gd name="connsiteX15" fmla="*/ 135053 w 204327"/>
                  <a:gd name="connsiteY15" fmla="*/ 18907 h 170610"/>
                  <a:gd name="connsiteX16" fmla="*/ 71595 w 204327"/>
                  <a:gd name="connsiteY16" fmla="*/ 668 h 170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4327" h="170610">
                    <a:moveTo>
                      <a:pt x="130227" y="127772"/>
                    </a:moveTo>
                    <a:cubicBezTo>
                      <a:pt x="113076" y="126019"/>
                      <a:pt x="95259" y="120517"/>
                      <a:pt x="81103" y="112340"/>
                    </a:cubicBezTo>
                    <a:cubicBezTo>
                      <a:pt x="56408" y="98073"/>
                      <a:pt x="36915" y="72790"/>
                      <a:pt x="47078" y="55173"/>
                    </a:cubicBezTo>
                    <a:cubicBezTo>
                      <a:pt x="57251" y="37578"/>
                      <a:pt x="88880" y="41783"/>
                      <a:pt x="113597" y="56049"/>
                    </a:cubicBezTo>
                    <a:cubicBezTo>
                      <a:pt x="127753" y="64215"/>
                      <a:pt x="141432" y="76917"/>
                      <a:pt x="151527" y="90907"/>
                    </a:cubicBezTo>
                    <a:cubicBezTo>
                      <a:pt x="142308" y="101834"/>
                      <a:pt x="135075" y="114348"/>
                      <a:pt x="130227" y="127772"/>
                    </a:cubicBezTo>
                    <a:moveTo>
                      <a:pt x="71595" y="668"/>
                    </a:moveTo>
                    <a:cubicBezTo>
                      <a:pt x="46423" y="668"/>
                      <a:pt x="23425" y="10420"/>
                      <a:pt x="9957" y="33739"/>
                    </a:cubicBezTo>
                    <a:cubicBezTo>
                      <a:pt x="-14771" y="76595"/>
                      <a:pt x="16247" y="124399"/>
                      <a:pt x="59669" y="149483"/>
                    </a:cubicBezTo>
                    <a:cubicBezTo>
                      <a:pt x="85097" y="164160"/>
                      <a:pt x="117835" y="172481"/>
                      <a:pt x="147156" y="171138"/>
                    </a:cubicBezTo>
                    <a:lnTo>
                      <a:pt x="164197" y="170517"/>
                    </a:lnTo>
                    <a:lnTo>
                      <a:pt x="167414" y="153776"/>
                    </a:lnTo>
                    <a:cubicBezTo>
                      <a:pt x="170653" y="136925"/>
                      <a:pt x="179617" y="121404"/>
                      <a:pt x="192664" y="110066"/>
                    </a:cubicBezTo>
                    <a:lnTo>
                      <a:pt x="205511" y="98905"/>
                    </a:lnTo>
                    <a:lnTo>
                      <a:pt x="197556" y="83873"/>
                    </a:lnTo>
                    <a:cubicBezTo>
                      <a:pt x="183833" y="57880"/>
                      <a:pt x="160469" y="33606"/>
                      <a:pt x="135053" y="18907"/>
                    </a:cubicBezTo>
                    <a:cubicBezTo>
                      <a:pt x="115250" y="7491"/>
                      <a:pt x="92663" y="668"/>
                      <a:pt x="71595" y="668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0E7A8672-33BE-9955-32CD-FD54DB20AA45}"/>
                  </a:ext>
                </a:extLst>
              </p:cNvPr>
              <p:cNvSpPr/>
              <p:nvPr/>
            </p:nvSpPr>
            <p:spPr>
              <a:xfrm flipV="1">
                <a:off x="6214300" y="1351343"/>
                <a:ext cx="325969" cy="272178"/>
              </a:xfrm>
              <a:custGeom>
                <a:avLst/>
                <a:gdLst>
                  <a:gd name="connsiteX0" fmla="*/ 55182 w 204184"/>
                  <a:gd name="connsiteY0" fmla="*/ 80987 h 170490"/>
                  <a:gd name="connsiteX1" fmla="*/ 76482 w 204184"/>
                  <a:gd name="connsiteY1" fmla="*/ 44133 h 170490"/>
                  <a:gd name="connsiteX2" fmla="*/ 125618 w 204184"/>
                  <a:gd name="connsiteY2" fmla="*/ 59553 h 170490"/>
                  <a:gd name="connsiteX3" fmla="*/ 157957 w 204184"/>
                  <a:gd name="connsiteY3" fmla="*/ 90594 h 170490"/>
                  <a:gd name="connsiteX4" fmla="*/ 159632 w 204184"/>
                  <a:gd name="connsiteY4" fmla="*/ 116721 h 170490"/>
                  <a:gd name="connsiteX5" fmla="*/ 136190 w 204184"/>
                  <a:gd name="connsiteY5" fmla="*/ 128225 h 170490"/>
                  <a:gd name="connsiteX6" fmla="*/ 93112 w 204184"/>
                  <a:gd name="connsiteY6" fmla="*/ 115855 h 170490"/>
                  <a:gd name="connsiteX7" fmla="*/ 55182 w 204184"/>
                  <a:gd name="connsiteY7" fmla="*/ 80987 h 170490"/>
                  <a:gd name="connsiteX8" fmla="*/ 64900 w 204184"/>
                  <a:gd name="connsiteY8" fmla="*/ 644 h 170490"/>
                  <a:gd name="connsiteX9" fmla="*/ 59564 w 204184"/>
                  <a:gd name="connsiteY9" fmla="*/ 766 h 170490"/>
                  <a:gd name="connsiteX10" fmla="*/ 42513 w 204184"/>
                  <a:gd name="connsiteY10" fmla="*/ 1377 h 170490"/>
                  <a:gd name="connsiteX11" fmla="*/ 39295 w 204184"/>
                  <a:gd name="connsiteY11" fmla="*/ 18128 h 170490"/>
                  <a:gd name="connsiteX12" fmla="*/ 14046 w 204184"/>
                  <a:gd name="connsiteY12" fmla="*/ 61816 h 170490"/>
                  <a:gd name="connsiteX13" fmla="*/ 1210 w 204184"/>
                  <a:gd name="connsiteY13" fmla="*/ 72977 h 170490"/>
                  <a:gd name="connsiteX14" fmla="*/ 9153 w 204184"/>
                  <a:gd name="connsiteY14" fmla="*/ 88020 h 170490"/>
                  <a:gd name="connsiteX15" fmla="*/ 71657 w 204184"/>
                  <a:gd name="connsiteY15" fmla="*/ 152965 h 170490"/>
                  <a:gd name="connsiteX16" fmla="*/ 137433 w 204184"/>
                  <a:gd name="connsiteY16" fmla="*/ 171081 h 170490"/>
                  <a:gd name="connsiteX17" fmla="*/ 196763 w 204184"/>
                  <a:gd name="connsiteY17" fmla="*/ 138143 h 170490"/>
                  <a:gd name="connsiteX18" fmla="*/ 195654 w 204184"/>
                  <a:gd name="connsiteY18" fmla="*/ 70159 h 170490"/>
                  <a:gd name="connsiteX19" fmla="*/ 147040 w 204184"/>
                  <a:gd name="connsiteY19" fmla="*/ 22422 h 170490"/>
                  <a:gd name="connsiteX20" fmla="*/ 64900 w 204184"/>
                  <a:gd name="connsiteY20" fmla="*/ 644 h 170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4184" h="170490">
                    <a:moveTo>
                      <a:pt x="55182" y="80987"/>
                    </a:moveTo>
                    <a:cubicBezTo>
                      <a:pt x="64401" y="70059"/>
                      <a:pt x="71623" y="57545"/>
                      <a:pt x="76482" y="44133"/>
                    </a:cubicBezTo>
                    <a:cubicBezTo>
                      <a:pt x="93645" y="45886"/>
                      <a:pt x="111473" y="51388"/>
                      <a:pt x="125618" y="59553"/>
                    </a:cubicBezTo>
                    <a:cubicBezTo>
                      <a:pt x="139962" y="67829"/>
                      <a:pt x="151744" y="79145"/>
                      <a:pt x="157957" y="90594"/>
                    </a:cubicBezTo>
                    <a:cubicBezTo>
                      <a:pt x="166066" y="105571"/>
                      <a:pt x="161218" y="113958"/>
                      <a:pt x="159632" y="116721"/>
                    </a:cubicBezTo>
                    <a:cubicBezTo>
                      <a:pt x="155405" y="124031"/>
                      <a:pt x="147528" y="127903"/>
                      <a:pt x="136190" y="128225"/>
                    </a:cubicBezTo>
                    <a:cubicBezTo>
                      <a:pt x="123121" y="128558"/>
                      <a:pt x="107401" y="124087"/>
                      <a:pt x="93112" y="115855"/>
                    </a:cubicBezTo>
                    <a:cubicBezTo>
                      <a:pt x="78967" y="107668"/>
                      <a:pt x="65277" y="94976"/>
                      <a:pt x="55182" y="80987"/>
                    </a:cubicBezTo>
                    <a:moveTo>
                      <a:pt x="64900" y="644"/>
                    </a:moveTo>
                    <a:cubicBezTo>
                      <a:pt x="63114" y="644"/>
                      <a:pt x="61339" y="678"/>
                      <a:pt x="59564" y="766"/>
                    </a:cubicBezTo>
                    <a:lnTo>
                      <a:pt x="42513" y="1377"/>
                    </a:lnTo>
                    <a:lnTo>
                      <a:pt x="39295" y="18128"/>
                    </a:lnTo>
                    <a:cubicBezTo>
                      <a:pt x="36067" y="34980"/>
                      <a:pt x="27103" y="50478"/>
                      <a:pt x="14046" y="61816"/>
                    </a:cubicBezTo>
                    <a:lnTo>
                      <a:pt x="1210" y="72977"/>
                    </a:lnTo>
                    <a:lnTo>
                      <a:pt x="9153" y="88020"/>
                    </a:lnTo>
                    <a:cubicBezTo>
                      <a:pt x="22865" y="114014"/>
                      <a:pt x="46229" y="138276"/>
                      <a:pt x="71657" y="152965"/>
                    </a:cubicBezTo>
                    <a:cubicBezTo>
                      <a:pt x="92946" y="165268"/>
                      <a:pt x="116265" y="171802"/>
                      <a:pt x="137433" y="171081"/>
                    </a:cubicBezTo>
                    <a:cubicBezTo>
                      <a:pt x="163870" y="170327"/>
                      <a:pt x="184937" y="158622"/>
                      <a:pt x="196763" y="138143"/>
                    </a:cubicBezTo>
                    <a:cubicBezTo>
                      <a:pt x="208645" y="117564"/>
                      <a:pt x="208245" y="93412"/>
                      <a:pt x="195654" y="70159"/>
                    </a:cubicBezTo>
                    <a:cubicBezTo>
                      <a:pt x="185625" y="51677"/>
                      <a:pt x="168363" y="34725"/>
                      <a:pt x="147040" y="22422"/>
                    </a:cubicBezTo>
                    <a:cubicBezTo>
                      <a:pt x="123166" y="8643"/>
                      <a:pt x="92846" y="644"/>
                      <a:pt x="64900" y="644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A28AF17A-5720-AC22-A8D2-73E2D4F66209}"/>
                  </a:ext>
                </a:extLst>
              </p:cNvPr>
              <p:cNvSpPr/>
              <p:nvPr/>
            </p:nvSpPr>
            <p:spPr>
              <a:xfrm flipV="1">
                <a:off x="5627876" y="1093078"/>
                <a:ext cx="981697" cy="783761"/>
              </a:xfrm>
              <a:custGeom>
                <a:avLst/>
                <a:gdLst>
                  <a:gd name="connsiteX0" fmla="*/ 43372 w 614927"/>
                  <a:gd name="connsiteY0" fmla="*/ 622 h 490941"/>
                  <a:gd name="connsiteX1" fmla="*/ 1171 w 614927"/>
                  <a:gd name="connsiteY1" fmla="*/ 162073 h 490941"/>
                  <a:gd name="connsiteX2" fmla="*/ 330662 w 614927"/>
                  <a:gd name="connsiteY2" fmla="*/ 491564 h 490941"/>
                  <a:gd name="connsiteX3" fmla="*/ 616098 w 614927"/>
                  <a:gd name="connsiteY3" fmla="*/ 326785 h 490941"/>
                  <a:gd name="connsiteX4" fmla="*/ 578967 w 614927"/>
                  <a:gd name="connsiteY4" fmla="*/ 305318 h 490941"/>
                  <a:gd name="connsiteX5" fmla="*/ 330662 w 614927"/>
                  <a:gd name="connsiteY5" fmla="*/ 448686 h 490941"/>
                  <a:gd name="connsiteX6" fmla="*/ 44060 w 614927"/>
                  <a:gd name="connsiteY6" fmla="*/ 162073 h 490941"/>
                  <a:gd name="connsiteX7" fmla="*/ 80726 w 614927"/>
                  <a:gd name="connsiteY7" fmla="*/ 21657 h 49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4927" h="490941">
                    <a:moveTo>
                      <a:pt x="43372" y="622"/>
                    </a:moveTo>
                    <a:cubicBezTo>
                      <a:pt x="15770" y="49647"/>
                      <a:pt x="1171" y="105472"/>
                      <a:pt x="1171" y="162073"/>
                    </a:cubicBezTo>
                    <a:cubicBezTo>
                      <a:pt x="1171" y="343759"/>
                      <a:pt x="148998" y="491564"/>
                      <a:pt x="330662" y="491564"/>
                    </a:cubicBezTo>
                    <a:cubicBezTo>
                      <a:pt x="447958" y="491564"/>
                      <a:pt x="557311" y="428439"/>
                      <a:pt x="616098" y="326785"/>
                    </a:cubicBezTo>
                    <a:lnTo>
                      <a:pt x="578967" y="305318"/>
                    </a:lnTo>
                    <a:cubicBezTo>
                      <a:pt x="527846" y="393771"/>
                      <a:pt x="432693" y="448686"/>
                      <a:pt x="330662" y="448686"/>
                    </a:cubicBezTo>
                    <a:cubicBezTo>
                      <a:pt x="172617" y="448686"/>
                      <a:pt x="44060" y="320107"/>
                      <a:pt x="44060" y="162073"/>
                    </a:cubicBezTo>
                    <a:cubicBezTo>
                      <a:pt x="44060" y="112827"/>
                      <a:pt x="56740" y="64280"/>
                      <a:pt x="80726" y="21657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A8F50B83-21F0-6F2A-4910-919BBDF2C362}"/>
                  </a:ext>
                </a:extLst>
              </p:cNvPr>
              <p:cNvSpPr/>
              <p:nvPr/>
            </p:nvSpPr>
            <p:spPr>
              <a:xfrm flipV="1">
                <a:off x="5961965" y="1427169"/>
                <a:ext cx="383865" cy="383883"/>
              </a:xfrm>
              <a:custGeom>
                <a:avLst/>
                <a:gdLst>
                  <a:gd name="connsiteX0" fmla="*/ 121423 w 240450"/>
                  <a:gd name="connsiteY0" fmla="*/ 198245 h 240461"/>
                  <a:gd name="connsiteX1" fmla="*/ 44076 w 240450"/>
                  <a:gd name="connsiteY1" fmla="*/ 120898 h 240461"/>
                  <a:gd name="connsiteX2" fmla="*/ 121423 w 240450"/>
                  <a:gd name="connsiteY2" fmla="*/ 43551 h 240461"/>
                  <a:gd name="connsiteX3" fmla="*/ 198781 w 240450"/>
                  <a:gd name="connsiteY3" fmla="*/ 120898 h 240461"/>
                  <a:gd name="connsiteX4" fmla="*/ 121423 w 240450"/>
                  <a:gd name="connsiteY4" fmla="*/ 198245 h 240461"/>
                  <a:gd name="connsiteX5" fmla="*/ 121423 w 240450"/>
                  <a:gd name="connsiteY5" fmla="*/ 662 h 240461"/>
                  <a:gd name="connsiteX6" fmla="*/ 1197 w 240450"/>
                  <a:gd name="connsiteY6" fmla="*/ 120898 h 240461"/>
                  <a:gd name="connsiteX7" fmla="*/ 121423 w 240450"/>
                  <a:gd name="connsiteY7" fmla="*/ 241123 h 240461"/>
                  <a:gd name="connsiteX8" fmla="*/ 241648 w 240450"/>
                  <a:gd name="connsiteY8" fmla="*/ 120898 h 240461"/>
                  <a:gd name="connsiteX9" fmla="*/ 121423 w 240450"/>
                  <a:gd name="connsiteY9" fmla="*/ 662 h 240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0450" h="240461">
                    <a:moveTo>
                      <a:pt x="121423" y="198245"/>
                    </a:moveTo>
                    <a:cubicBezTo>
                      <a:pt x="78766" y="198245"/>
                      <a:pt x="44076" y="163554"/>
                      <a:pt x="44076" y="120898"/>
                    </a:cubicBezTo>
                    <a:cubicBezTo>
                      <a:pt x="44076" y="78264"/>
                      <a:pt x="78766" y="43551"/>
                      <a:pt x="121423" y="43551"/>
                    </a:cubicBezTo>
                    <a:cubicBezTo>
                      <a:pt x="164090" y="43551"/>
                      <a:pt x="198781" y="78264"/>
                      <a:pt x="198781" y="120898"/>
                    </a:cubicBezTo>
                    <a:cubicBezTo>
                      <a:pt x="198781" y="163554"/>
                      <a:pt x="164090" y="198245"/>
                      <a:pt x="121423" y="198245"/>
                    </a:cubicBezTo>
                    <a:moveTo>
                      <a:pt x="121423" y="662"/>
                    </a:moveTo>
                    <a:cubicBezTo>
                      <a:pt x="55125" y="662"/>
                      <a:pt x="1197" y="54612"/>
                      <a:pt x="1197" y="120898"/>
                    </a:cubicBezTo>
                    <a:cubicBezTo>
                      <a:pt x="1197" y="187196"/>
                      <a:pt x="55125" y="241123"/>
                      <a:pt x="121423" y="241123"/>
                    </a:cubicBezTo>
                    <a:cubicBezTo>
                      <a:pt x="187731" y="241123"/>
                      <a:pt x="241648" y="187196"/>
                      <a:pt x="241648" y="120898"/>
                    </a:cubicBezTo>
                    <a:cubicBezTo>
                      <a:pt x="241648" y="54612"/>
                      <a:pt x="187731" y="662"/>
                      <a:pt x="121423" y="66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2" name="자유형: 도형 71">
                <a:extLst>
                  <a:ext uri="{FF2B5EF4-FFF2-40B4-BE49-F238E27FC236}">
                    <a16:creationId xmlns:a16="http://schemas.microsoft.com/office/drawing/2014/main" id="{C7E24DD9-1600-2114-3A8F-B63880326EE5}"/>
                  </a:ext>
                </a:extLst>
              </p:cNvPr>
              <p:cNvSpPr/>
              <p:nvPr/>
            </p:nvSpPr>
            <p:spPr>
              <a:xfrm flipV="1">
                <a:off x="6134848" y="1523802"/>
                <a:ext cx="40930" cy="40912"/>
              </a:xfrm>
              <a:custGeom>
                <a:avLst/>
                <a:gdLst>
                  <a:gd name="connsiteX0" fmla="*/ 26837 w 25638"/>
                  <a:gd name="connsiteY0" fmla="*/ 13463 h 25627"/>
                  <a:gd name="connsiteX1" fmla="*/ 14034 w 25638"/>
                  <a:gd name="connsiteY1" fmla="*/ 649 h 25627"/>
                  <a:gd name="connsiteX2" fmla="*/ 1199 w 25638"/>
                  <a:gd name="connsiteY2" fmla="*/ 13463 h 25627"/>
                  <a:gd name="connsiteX3" fmla="*/ 14034 w 25638"/>
                  <a:gd name="connsiteY3" fmla="*/ 26276 h 25627"/>
                  <a:gd name="connsiteX4" fmla="*/ 26837 w 25638"/>
                  <a:gd name="connsiteY4" fmla="*/ 13463 h 25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27">
                    <a:moveTo>
                      <a:pt x="26837" y="13463"/>
                    </a:moveTo>
                    <a:cubicBezTo>
                      <a:pt x="26837" y="6385"/>
                      <a:pt x="21101" y="649"/>
                      <a:pt x="14034" y="649"/>
                    </a:cubicBezTo>
                    <a:cubicBezTo>
                      <a:pt x="6945" y="649"/>
                      <a:pt x="1199" y="6385"/>
                      <a:pt x="1199" y="13463"/>
                    </a:cubicBezTo>
                    <a:cubicBezTo>
                      <a:pt x="1199" y="20541"/>
                      <a:pt x="6945" y="26276"/>
                      <a:pt x="14034" y="26276"/>
                    </a:cubicBezTo>
                    <a:cubicBezTo>
                      <a:pt x="21101" y="26276"/>
                      <a:pt x="26837" y="20541"/>
                      <a:pt x="26837" y="1346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AAB2DC4B-153E-EB7A-A7B0-6F81E71AAEE8}"/>
                  </a:ext>
                </a:extLst>
              </p:cNvPr>
              <p:cNvSpPr/>
              <p:nvPr/>
            </p:nvSpPr>
            <p:spPr>
              <a:xfrm flipV="1">
                <a:off x="6134848" y="1599263"/>
                <a:ext cx="40930" cy="40912"/>
              </a:xfrm>
              <a:custGeom>
                <a:avLst/>
                <a:gdLst>
                  <a:gd name="connsiteX0" fmla="*/ 26837 w 25638"/>
                  <a:gd name="connsiteY0" fmla="*/ 13468 h 25627"/>
                  <a:gd name="connsiteX1" fmla="*/ 14034 w 25638"/>
                  <a:gd name="connsiteY1" fmla="*/ 655 h 25627"/>
                  <a:gd name="connsiteX2" fmla="*/ 1199 w 25638"/>
                  <a:gd name="connsiteY2" fmla="*/ 13468 h 25627"/>
                  <a:gd name="connsiteX3" fmla="*/ 14034 w 25638"/>
                  <a:gd name="connsiteY3" fmla="*/ 26282 h 25627"/>
                  <a:gd name="connsiteX4" fmla="*/ 26837 w 25638"/>
                  <a:gd name="connsiteY4" fmla="*/ 13468 h 25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27">
                    <a:moveTo>
                      <a:pt x="26837" y="13468"/>
                    </a:moveTo>
                    <a:cubicBezTo>
                      <a:pt x="26837" y="6379"/>
                      <a:pt x="21101" y="655"/>
                      <a:pt x="14034" y="655"/>
                    </a:cubicBezTo>
                    <a:cubicBezTo>
                      <a:pt x="6945" y="655"/>
                      <a:pt x="1199" y="6379"/>
                      <a:pt x="1199" y="13468"/>
                    </a:cubicBezTo>
                    <a:cubicBezTo>
                      <a:pt x="1199" y="20546"/>
                      <a:pt x="6945" y="26282"/>
                      <a:pt x="14034" y="26282"/>
                    </a:cubicBezTo>
                    <a:cubicBezTo>
                      <a:pt x="21101" y="26282"/>
                      <a:pt x="26837" y="20546"/>
                      <a:pt x="26837" y="13468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4F05F835-77E3-A2A5-0616-B60C958ED400}"/>
                  </a:ext>
                </a:extLst>
              </p:cNvPr>
              <p:cNvSpPr/>
              <p:nvPr/>
            </p:nvSpPr>
            <p:spPr>
              <a:xfrm flipV="1">
                <a:off x="6134848" y="1673827"/>
                <a:ext cx="40930" cy="40912"/>
              </a:xfrm>
              <a:custGeom>
                <a:avLst/>
                <a:gdLst>
                  <a:gd name="connsiteX0" fmla="*/ 26837 w 25638"/>
                  <a:gd name="connsiteY0" fmla="*/ 13474 h 25627"/>
                  <a:gd name="connsiteX1" fmla="*/ 14034 w 25638"/>
                  <a:gd name="connsiteY1" fmla="*/ 660 h 25627"/>
                  <a:gd name="connsiteX2" fmla="*/ 1199 w 25638"/>
                  <a:gd name="connsiteY2" fmla="*/ 13474 h 25627"/>
                  <a:gd name="connsiteX3" fmla="*/ 14034 w 25638"/>
                  <a:gd name="connsiteY3" fmla="*/ 26287 h 25627"/>
                  <a:gd name="connsiteX4" fmla="*/ 26837 w 25638"/>
                  <a:gd name="connsiteY4" fmla="*/ 13474 h 25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27">
                    <a:moveTo>
                      <a:pt x="26837" y="13474"/>
                    </a:moveTo>
                    <a:cubicBezTo>
                      <a:pt x="26837" y="6385"/>
                      <a:pt x="21101" y="660"/>
                      <a:pt x="14034" y="660"/>
                    </a:cubicBezTo>
                    <a:cubicBezTo>
                      <a:pt x="6945" y="660"/>
                      <a:pt x="1199" y="6385"/>
                      <a:pt x="1199" y="13474"/>
                    </a:cubicBezTo>
                    <a:cubicBezTo>
                      <a:pt x="1199" y="20552"/>
                      <a:pt x="6945" y="26287"/>
                      <a:pt x="14034" y="26287"/>
                    </a:cubicBezTo>
                    <a:cubicBezTo>
                      <a:pt x="21101" y="26287"/>
                      <a:pt x="26837" y="20552"/>
                      <a:pt x="26837" y="13474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6F2457F1-BF09-0CCC-4263-F723A8D32213}"/>
                  </a:ext>
                </a:extLst>
              </p:cNvPr>
              <p:cNvSpPr/>
              <p:nvPr/>
            </p:nvSpPr>
            <p:spPr>
              <a:xfrm flipV="1">
                <a:off x="6069890" y="1636318"/>
                <a:ext cx="40925" cy="40922"/>
              </a:xfrm>
              <a:custGeom>
                <a:avLst/>
                <a:gdLst>
                  <a:gd name="connsiteX0" fmla="*/ 7607 w 25635"/>
                  <a:gd name="connsiteY0" fmla="*/ 24577 h 25633"/>
                  <a:gd name="connsiteX1" fmla="*/ 25113 w 25635"/>
                  <a:gd name="connsiteY1" fmla="*/ 19885 h 25633"/>
                  <a:gd name="connsiteX2" fmla="*/ 20409 w 25635"/>
                  <a:gd name="connsiteY2" fmla="*/ 2378 h 25633"/>
                  <a:gd name="connsiteX3" fmla="*/ 2914 w 25635"/>
                  <a:gd name="connsiteY3" fmla="*/ 7071 h 25633"/>
                  <a:gd name="connsiteX4" fmla="*/ 7607 w 25635"/>
                  <a:gd name="connsiteY4" fmla="*/ 24577 h 2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5" h="25633">
                    <a:moveTo>
                      <a:pt x="7607" y="24577"/>
                    </a:moveTo>
                    <a:cubicBezTo>
                      <a:pt x="13742" y="28105"/>
                      <a:pt x="21574" y="26020"/>
                      <a:pt x="25113" y="19885"/>
                    </a:cubicBezTo>
                    <a:cubicBezTo>
                      <a:pt x="28641" y="13750"/>
                      <a:pt x="26555" y="5906"/>
                      <a:pt x="20409" y="2378"/>
                    </a:cubicBezTo>
                    <a:cubicBezTo>
                      <a:pt x="14297" y="-1161"/>
                      <a:pt x="6453" y="936"/>
                      <a:pt x="2914" y="7071"/>
                    </a:cubicBezTo>
                    <a:cubicBezTo>
                      <a:pt x="-625" y="13217"/>
                      <a:pt x="1461" y="21038"/>
                      <a:pt x="7607" y="24577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712BFD9B-74A9-7F17-A422-174590FCFCB6}"/>
                  </a:ext>
                </a:extLst>
              </p:cNvPr>
              <p:cNvSpPr/>
              <p:nvPr/>
            </p:nvSpPr>
            <p:spPr>
              <a:xfrm flipV="1">
                <a:off x="6199821" y="1561300"/>
                <a:ext cx="40930" cy="40930"/>
              </a:xfrm>
              <a:custGeom>
                <a:avLst/>
                <a:gdLst>
                  <a:gd name="connsiteX0" fmla="*/ 7614 w 25638"/>
                  <a:gd name="connsiteY0" fmla="*/ 24572 h 25638"/>
                  <a:gd name="connsiteX1" fmla="*/ 25121 w 25638"/>
                  <a:gd name="connsiteY1" fmla="*/ 19879 h 25638"/>
                  <a:gd name="connsiteX2" fmla="*/ 20428 w 25638"/>
                  <a:gd name="connsiteY2" fmla="*/ 2373 h 25638"/>
                  <a:gd name="connsiteX3" fmla="*/ 2922 w 25638"/>
                  <a:gd name="connsiteY3" fmla="*/ 7065 h 25638"/>
                  <a:gd name="connsiteX4" fmla="*/ 7614 w 25638"/>
                  <a:gd name="connsiteY4" fmla="*/ 24572 h 25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38">
                    <a:moveTo>
                      <a:pt x="7614" y="24572"/>
                    </a:moveTo>
                    <a:cubicBezTo>
                      <a:pt x="13738" y="28111"/>
                      <a:pt x="21582" y="26014"/>
                      <a:pt x="25121" y="19879"/>
                    </a:cubicBezTo>
                    <a:cubicBezTo>
                      <a:pt x="28660" y="13744"/>
                      <a:pt x="26563" y="5912"/>
                      <a:pt x="20428" y="2373"/>
                    </a:cubicBezTo>
                    <a:cubicBezTo>
                      <a:pt x="14315" y="-1166"/>
                      <a:pt x="6461" y="930"/>
                      <a:pt x="2922" y="7065"/>
                    </a:cubicBezTo>
                    <a:cubicBezTo>
                      <a:pt x="-617" y="13200"/>
                      <a:pt x="1479" y="21033"/>
                      <a:pt x="7614" y="2457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28FFCFCA-14A4-B832-70A2-6EF2068BD5CE}"/>
                  </a:ext>
                </a:extLst>
              </p:cNvPr>
              <p:cNvSpPr/>
              <p:nvPr/>
            </p:nvSpPr>
            <p:spPr>
              <a:xfrm flipV="1">
                <a:off x="6199821" y="1636318"/>
                <a:ext cx="40930" cy="40922"/>
              </a:xfrm>
              <a:custGeom>
                <a:avLst/>
                <a:gdLst>
                  <a:gd name="connsiteX0" fmla="*/ 7614 w 25638"/>
                  <a:gd name="connsiteY0" fmla="*/ 2376 h 25633"/>
                  <a:gd name="connsiteX1" fmla="*/ 2922 w 25638"/>
                  <a:gd name="connsiteY1" fmla="*/ 19883 h 25633"/>
                  <a:gd name="connsiteX2" fmla="*/ 20428 w 25638"/>
                  <a:gd name="connsiteY2" fmla="*/ 24575 h 25633"/>
                  <a:gd name="connsiteX3" fmla="*/ 25121 w 25638"/>
                  <a:gd name="connsiteY3" fmla="*/ 7069 h 25633"/>
                  <a:gd name="connsiteX4" fmla="*/ 7614 w 25638"/>
                  <a:gd name="connsiteY4" fmla="*/ 2376 h 2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8" h="25633">
                    <a:moveTo>
                      <a:pt x="7614" y="2376"/>
                    </a:moveTo>
                    <a:cubicBezTo>
                      <a:pt x="1479" y="5904"/>
                      <a:pt x="-617" y="13748"/>
                      <a:pt x="2922" y="19883"/>
                    </a:cubicBezTo>
                    <a:cubicBezTo>
                      <a:pt x="6461" y="26018"/>
                      <a:pt x="14315" y="28103"/>
                      <a:pt x="20428" y="24575"/>
                    </a:cubicBezTo>
                    <a:cubicBezTo>
                      <a:pt x="26563" y="21036"/>
                      <a:pt x="28660" y="13215"/>
                      <a:pt x="25121" y="7069"/>
                    </a:cubicBezTo>
                    <a:cubicBezTo>
                      <a:pt x="21582" y="934"/>
                      <a:pt x="13738" y="-1163"/>
                      <a:pt x="7614" y="2376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A8C13DCC-B1CA-628A-0156-228CC989A0FD}"/>
                  </a:ext>
                </a:extLst>
              </p:cNvPr>
              <p:cNvSpPr/>
              <p:nvPr/>
            </p:nvSpPr>
            <p:spPr>
              <a:xfrm flipV="1">
                <a:off x="6069890" y="1561300"/>
                <a:ext cx="40925" cy="40930"/>
              </a:xfrm>
              <a:custGeom>
                <a:avLst/>
                <a:gdLst>
                  <a:gd name="connsiteX0" fmla="*/ 7607 w 25635"/>
                  <a:gd name="connsiteY0" fmla="*/ 2371 h 25638"/>
                  <a:gd name="connsiteX1" fmla="*/ 2914 w 25635"/>
                  <a:gd name="connsiteY1" fmla="*/ 19877 h 25638"/>
                  <a:gd name="connsiteX2" fmla="*/ 20409 w 25635"/>
                  <a:gd name="connsiteY2" fmla="*/ 24570 h 25638"/>
                  <a:gd name="connsiteX3" fmla="*/ 25113 w 25635"/>
                  <a:gd name="connsiteY3" fmla="*/ 7063 h 25638"/>
                  <a:gd name="connsiteX4" fmla="*/ 7607 w 25635"/>
                  <a:gd name="connsiteY4" fmla="*/ 2371 h 25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35" h="25638">
                    <a:moveTo>
                      <a:pt x="7607" y="2371"/>
                    </a:moveTo>
                    <a:cubicBezTo>
                      <a:pt x="1461" y="5910"/>
                      <a:pt x="-625" y="13742"/>
                      <a:pt x="2914" y="19877"/>
                    </a:cubicBezTo>
                    <a:cubicBezTo>
                      <a:pt x="6453" y="26012"/>
                      <a:pt x="14297" y="28109"/>
                      <a:pt x="20409" y="24570"/>
                    </a:cubicBezTo>
                    <a:cubicBezTo>
                      <a:pt x="26555" y="21031"/>
                      <a:pt x="28641" y="13198"/>
                      <a:pt x="25113" y="7063"/>
                    </a:cubicBezTo>
                    <a:cubicBezTo>
                      <a:pt x="21574" y="928"/>
                      <a:pt x="13742" y="-1168"/>
                      <a:pt x="7607" y="237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808B683-C6B3-E9CF-41E1-0ABC61D421AF}"/>
                </a:ext>
              </a:extLst>
            </p:cNvPr>
            <p:cNvSpPr/>
            <p:nvPr/>
          </p:nvSpPr>
          <p:spPr>
            <a:xfrm>
              <a:off x="5178544" y="5988827"/>
              <a:ext cx="129398" cy="1293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3E92BFB-3D51-1A3E-69ED-C40959D6DB09}"/>
                </a:ext>
              </a:extLst>
            </p:cNvPr>
            <p:cNvSpPr/>
            <p:nvPr/>
          </p:nvSpPr>
          <p:spPr>
            <a:xfrm>
              <a:off x="6456589" y="5313339"/>
              <a:ext cx="291052" cy="2910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487DEFE8-65C8-10E4-87AF-8C66D954898A}"/>
                </a:ext>
              </a:extLst>
            </p:cNvPr>
            <p:cNvGrpSpPr/>
            <p:nvPr/>
          </p:nvGrpSpPr>
          <p:grpSpPr>
            <a:xfrm>
              <a:off x="6486959" y="5343710"/>
              <a:ext cx="230314" cy="230310"/>
              <a:chOff x="1649489" y="1093084"/>
              <a:chExt cx="1050097" cy="1050080"/>
            </a:xfrm>
            <a:solidFill>
              <a:srgbClr val="009D94"/>
            </a:solidFill>
          </p:grpSpPr>
          <p:sp>
            <p:nvSpPr>
              <p:cNvPr id="54" name="자유형: 도형 53">
                <a:extLst>
                  <a:ext uri="{FF2B5EF4-FFF2-40B4-BE49-F238E27FC236}">
                    <a16:creationId xmlns:a16="http://schemas.microsoft.com/office/drawing/2014/main" id="{45F35667-E8EC-B4B9-9F4E-9DCBAA2051F1}"/>
                  </a:ext>
                </a:extLst>
              </p:cNvPr>
              <p:cNvSpPr/>
              <p:nvPr/>
            </p:nvSpPr>
            <p:spPr>
              <a:xfrm flipV="1">
                <a:off x="2070494" y="1174634"/>
                <a:ext cx="208103" cy="316404"/>
              </a:xfrm>
              <a:custGeom>
                <a:avLst/>
                <a:gdLst>
                  <a:gd name="connsiteX0" fmla="*/ 66075 w 130354"/>
                  <a:gd name="connsiteY0" fmla="*/ 51006 h 198193"/>
                  <a:gd name="connsiteX1" fmla="*/ 81185 w 130354"/>
                  <a:gd name="connsiteY1" fmla="*/ 50130 h 198193"/>
                  <a:gd name="connsiteX2" fmla="*/ 88374 w 130354"/>
                  <a:gd name="connsiteY2" fmla="*/ 95948 h 198193"/>
                  <a:gd name="connsiteX3" fmla="*/ 66075 w 130354"/>
                  <a:gd name="connsiteY3" fmla="*/ 155944 h 198193"/>
                  <a:gd name="connsiteX4" fmla="*/ 43776 w 130354"/>
                  <a:gd name="connsiteY4" fmla="*/ 95948 h 198193"/>
                  <a:gd name="connsiteX5" fmla="*/ 50954 w 130354"/>
                  <a:gd name="connsiteY5" fmla="*/ 50130 h 198193"/>
                  <a:gd name="connsiteX6" fmla="*/ 66075 w 130354"/>
                  <a:gd name="connsiteY6" fmla="*/ 51006 h 198193"/>
                  <a:gd name="connsiteX7" fmla="*/ 105536 w 130354"/>
                  <a:gd name="connsiteY7" fmla="*/ 629 h 198193"/>
                  <a:gd name="connsiteX8" fmla="*/ 88707 w 130354"/>
                  <a:gd name="connsiteY8" fmla="*/ 5144 h 198193"/>
                  <a:gd name="connsiteX9" fmla="*/ 43443 w 130354"/>
                  <a:gd name="connsiteY9" fmla="*/ 5144 h 198193"/>
                  <a:gd name="connsiteX10" fmla="*/ 26614 w 130354"/>
                  <a:gd name="connsiteY10" fmla="*/ 629 h 198193"/>
                  <a:gd name="connsiteX11" fmla="*/ 18748 w 130354"/>
                  <a:gd name="connsiteY11" fmla="*/ 16171 h 198193"/>
                  <a:gd name="connsiteX12" fmla="*/ 898 w 130354"/>
                  <a:gd name="connsiteY12" fmla="*/ 95948 h 198193"/>
                  <a:gd name="connsiteX13" fmla="*/ 66075 w 130354"/>
                  <a:gd name="connsiteY13" fmla="*/ 198823 h 198193"/>
                  <a:gd name="connsiteX14" fmla="*/ 131252 w 130354"/>
                  <a:gd name="connsiteY14" fmla="*/ 95948 h 198193"/>
                  <a:gd name="connsiteX15" fmla="*/ 113402 w 130354"/>
                  <a:gd name="connsiteY15" fmla="*/ 16171 h 19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0354" h="198193">
                    <a:moveTo>
                      <a:pt x="66075" y="51006"/>
                    </a:moveTo>
                    <a:cubicBezTo>
                      <a:pt x="71134" y="51006"/>
                      <a:pt x="76193" y="50718"/>
                      <a:pt x="81185" y="50130"/>
                    </a:cubicBezTo>
                    <a:cubicBezTo>
                      <a:pt x="85866" y="64031"/>
                      <a:pt x="88374" y="79817"/>
                      <a:pt x="88374" y="95948"/>
                    </a:cubicBezTo>
                    <a:cubicBezTo>
                      <a:pt x="88374" y="137184"/>
                      <a:pt x="76814" y="155944"/>
                      <a:pt x="66075" y="155944"/>
                    </a:cubicBezTo>
                    <a:cubicBezTo>
                      <a:pt x="52740" y="155944"/>
                      <a:pt x="43776" y="131837"/>
                      <a:pt x="43776" y="95948"/>
                    </a:cubicBezTo>
                    <a:cubicBezTo>
                      <a:pt x="43776" y="79817"/>
                      <a:pt x="46283" y="64031"/>
                      <a:pt x="50954" y="50130"/>
                    </a:cubicBezTo>
                    <a:cubicBezTo>
                      <a:pt x="55968" y="50718"/>
                      <a:pt x="61016" y="51006"/>
                      <a:pt x="66075" y="51006"/>
                    </a:cubicBezTo>
                    <a:moveTo>
                      <a:pt x="105536" y="629"/>
                    </a:moveTo>
                    <a:lnTo>
                      <a:pt x="88707" y="5144"/>
                    </a:lnTo>
                    <a:cubicBezTo>
                      <a:pt x="73985" y="9116"/>
                      <a:pt x="58176" y="9116"/>
                      <a:pt x="43443" y="5144"/>
                    </a:cubicBezTo>
                    <a:lnTo>
                      <a:pt x="26614" y="629"/>
                    </a:lnTo>
                    <a:lnTo>
                      <a:pt x="18748" y="16171"/>
                    </a:lnTo>
                    <a:cubicBezTo>
                      <a:pt x="7077" y="39247"/>
                      <a:pt x="898" y="66838"/>
                      <a:pt x="898" y="95948"/>
                    </a:cubicBezTo>
                    <a:cubicBezTo>
                      <a:pt x="898" y="191401"/>
                      <a:pt x="50787" y="198823"/>
                      <a:pt x="66075" y="198823"/>
                    </a:cubicBezTo>
                    <a:cubicBezTo>
                      <a:pt x="97582" y="198823"/>
                      <a:pt x="131252" y="171798"/>
                      <a:pt x="131252" y="95948"/>
                    </a:cubicBezTo>
                    <a:cubicBezTo>
                      <a:pt x="131252" y="66838"/>
                      <a:pt x="125061" y="39247"/>
                      <a:pt x="113402" y="16171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8CF6AA9D-E0DD-5AF0-C1BE-7311CCB5A511}"/>
                  </a:ext>
                </a:extLst>
              </p:cNvPr>
              <p:cNvSpPr/>
              <p:nvPr/>
            </p:nvSpPr>
            <p:spPr>
              <a:xfrm flipV="1">
                <a:off x="2070489" y="1745199"/>
                <a:ext cx="208085" cy="316404"/>
              </a:xfrm>
              <a:custGeom>
                <a:avLst/>
                <a:gdLst>
                  <a:gd name="connsiteX0" fmla="*/ 50952 w 130343"/>
                  <a:gd name="connsiteY0" fmla="*/ 149373 h 198193"/>
                  <a:gd name="connsiteX1" fmla="*/ 43786 w 130343"/>
                  <a:gd name="connsiteY1" fmla="*/ 103555 h 198193"/>
                  <a:gd name="connsiteX2" fmla="*/ 66062 w 130343"/>
                  <a:gd name="connsiteY2" fmla="*/ 43559 h 198193"/>
                  <a:gd name="connsiteX3" fmla="*/ 88372 w 130343"/>
                  <a:gd name="connsiteY3" fmla="*/ 103555 h 198193"/>
                  <a:gd name="connsiteX4" fmla="*/ 81206 w 130343"/>
                  <a:gd name="connsiteY4" fmla="*/ 149373 h 198193"/>
                  <a:gd name="connsiteX5" fmla="*/ 50952 w 130343"/>
                  <a:gd name="connsiteY5" fmla="*/ 149373 h 198193"/>
                  <a:gd name="connsiteX6" fmla="*/ 66062 w 130343"/>
                  <a:gd name="connsiteY6" fmla="*/ 681 h 198193"/>
                  <a:gd name="connsiteX7" fmla="*/ 896 w 130343"/>
                  <a:gd name="connsiteY7" fmla="*/ 103555 h 198193"/>
                  <a:gd name="connsiteX8" fmla="*/ 18758 w 130343"/>
                  <a:gd name="connsiteY8" fmla="*/ 183343 h 198193"/>
                  <a:gd name="connsiteX9" fmla="*/ 26623 w 130343"/>
                  <a:gd name="connsiteY9" fmla="*/ 198874 h 198193"/>
                  <a:gd name="connsiteX10" fmla="*/ 43442 w 130343"/>
                  <a:gd name="connsiteY10" fmla="*/ 194359 h 198193"/>
                  <a:gd name="connsiteX11" fmla="*/ 88694 w 130343"/>
                  <a:gd name="connsiteY11" fmla="*/ 194359 h 198193"/>
                  <a:gd name="connsiteX12" fmla="*/ 105535 w 130343"/>
                  <a:gd name="connsiteY12" fmla="*/ 198874 h 198193"/>
                  <a:gd name="connsiteX13" fmla="*/ 113400 w 130343"/>
                  <a:gd name="connsiteY13" fmla="*/ 183343 h 198193"/>
                  <a:gd name="connsiteX14" fmla="*/ 131239 w 130343"/>
                  <a:gd name="connsiteY14" fmla="*/ 103555 h 198193"/>
                  <a:gd name="connsiteX15" fmla="*/ 66062 w 130343"/>
                  <a:gd name="connsiteY15" fmla="*/ 681 h 19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0343" h="198193">
                    <a:moveTo>
                      <a:pt x="50952" y="149373"/>
                    </a:moveTo>
                    <a:cubicBezTo>
                      <a:pt x="46282" y="135461"/>
                      <a:pt x="43786" y="119686"/>
                      <a:pt x="43786" y="103555"/>
                    </a:cubicBezTo>
                    <a:cubicBezTo>
                      <a:pt x="43786" y="62330"/>
                      <a:pt x="55346" y="43559"/>
                      <a:pt x="66062" y="43559"/>
                    </a:cubicBezTo>
                    <a:cubicBezTo>
                      <a:pt x="79397" y="43559"/>
                      <a:pt x="88372" y="67666"/>
                      <a:pt x="88372" y="103555"/>
                    </a:cubicBezTo>
                    <a:cubicBezTo>
                      <a:pt x="88372" y="119686"/>
                      <a:pt x="85854" y="135461"/>
                      <a:pt x="81206" y="149373"/>
                    </a:cubicBezTo>
                    <a:cubicBezTo>
                      <a:pt x="71166" y="148208"/>
                      <a:pt x="60992" y="148208"/>
                      <a:pt x="50952" y="149373"/>
                    </a:cubicBezTo>
                    <a:moveTo>
                      <a:pt x="66062" y="681"/>
                    </a:moveTo>
                    <a:cubicBezTo>
                      <a:pt x="34556" y="681"/>
                      <a:pt x="896" y="27705"/>
                      <a:pt x="896" y="103555"/>
                    </a:cubicBezTo>
                    <a:cubicBezTo>
                      <a:pt x="896" y="132666"/>
                      <a:pt x="7076" y="160245"/>
                      <a:pt x="18758" y="183343"/>
                    </a:cubicBezTo>
                    <a:lnTo>
                      <a:pt x="26623" y="198874"/>
                    </a:lnTo>
                    <a:lnTo>
                      <a:pt x="43442" y="194359"/>
                    </a:lnTo>
                    <a:cubicBezTo>
                      <a:pt x="58219" y="190387"/>
                      <a:pt x="73928" y="190387"/>
                      <a:pt x="88694" y="194359"/>
                    </a:cubicBezTo>
                    <a:lnTo>
                      <a:pt x="105535" y="198874"/>
                    </a:lnTo>
                    <a:lnTo>
                      <a:pt x="113400" y="183343"/>
                    </a:lnTo>
                    <a:cubicBezTo>
                      <a:pt x="125082" y="160245"/>
                      <a:pt x="131239" y="132666"/>
                      <a:pt x="131239" y="103555"/>
                    </a:cubicBezTo>
                    <a:cubicBezTo>
                      <a:pt x="131239" y="8102"/>
                      <a:pt x="81350" y="681"/>
                      <a:pt x="66062" y="68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510FDE6A-5600-4D59-FF47-0261CE571C01}"/>
                  </a:ext>
                </a:extLst>
              </p:cNvPr>
              <p:cNvSpPr/>
              <p:nvPr/>
            </p:nvSpPr>
            <p:spPr>
              <a:xfrm flipV="1">
                <a:off x="2301635" y="1514083"/>
                <a:ext cx="316404" cy="208085"/>
              </a:xfrm>
              <a:custGeom>
                <a:avLst/>
                <a:gdLst>
                  <a:gd name="connsiteX0" fmla="*/ 50405 w 198193"/>
                  <a:gd name="connsiteY0" fmla="*/ 50698 h 130343"/>
                  <a:gd name="connsiteX1" fmla="*/ 96223 w 198193"/>
                  <a:gd name="connsiteY1" fmla="*/ 43531 h 130343"/>
                  <a:gd name="connsiteX2" fmla="*/ 156230 w 198193"/>
                  <a:gd name="connsiteY2" fmla="*/ 65819 h 130343"/>
                  <a:gd name="connsiteX3" fmla="*/ 96223 w 198193"/>
                  <a:gd name="connsiteY3" fmla="*/ 88118 h 130343"/>
                  <a:gd name="connsiteX4" fmla="*/ 50405 w 198193"/>
                  <a:gd name="connsiteY4" fmla="*/ 80962 h 130343"/>
                  <a:gd name="connsiteX5" fmla="*/ 51292 w 198193"/>
                  <a:gd name="connsiteY5" fmla="*/ 65819 h 130343"/>
                  <a:gd name="connsiteX6" fmla="*/ 50405 w 198193"/>
                  <a:gd name="connsiteY6" fmla="*/ 50698 h 130343"/>
                  <a:gd name="connsiteX7" fmla="*/ 96223 w 198193"/>
                  <a:gd name="connsiteY7" fmla="*/ 653 h 130343"/>
                  <a:gd name="connsiteX8" fmla="*/ 16446 w 198193"/>
                  <a:gd name="connsiteY8" fmla="*/ 18503 h 130343"/>
                  <a:gd name="connsiteX9" fmla="*/ 915 w 198193"/>
                  <a:gd name="connsiteY9" fmla="*/ 26369 h 130343"/>
                  <a:gd name="connsiteX10" fmla="*/ 5419 w 198193"/>
                  <a:gd name="connsiteY10" fmla="*/ 43176 h 130343"/>
                  <a:gd name="connsiteX11" fmla="*/ 8403 w 198193"/>
                  <a:gd name="connsiteY11" fmla="*/ 65819 h 130343"/>
                  <a:gd name="connsiteX12" fmla="*/ 5419 w 198193"/>
                  <a:gd name="connsiteY12" fmla="*/ 88473 h 130343"/>
                  <a:gd name="connsiteX13" fmla="*/ 915 w 198193"/>
                  <a:gd name="connsiteY13" fmla="*/ 105303 h 130343"/>
                  <a:gd name="connsiteX14" fmla="*/ 16457 w 198193"/>
                  <a:gd name="connsiteY14" fmla="*/ 113157 h 130343"/>
                  <a:gd name="connsiteX15" fmla="*/ 96223 w 198193"/>
                  <a:gd name="connsiteY15" fmla="*/ 130996 h 130343"/>
                  <a:gd name="connsiteX16" fmla="*/ 199109 w 198193"/>
                  <a:gd name="connsiteY16" fmla="*/ 65819 h 130343"/>
                  <a:gd name="connsiteX17" fmla="*/ 96223 w 198193"/>
                  <a:gd name="connsiteY17" fmla="*/ 653 h 13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193" h="130343">
                    <a:moveTo>
                      <a:pt x="50405" y="50698"/>
                    </a:moveTo>
                    <a:cubicBezTo>
                      <a:pt x="64306" y="46039"/>
                      <a:pt x="80092" y="43531"/>
                      <a:pt x="96223" y="43531"/>
                    </a:cubicBezTo>
                    <a:cubicBezTo>
                      <a:pt x="137448" y="43531"/>
                      <a:pt x="156230" y="55091"/>
                      <a:pt x="156230" y="65819"/>
                    </a:cubicBezTo>
                    <a:cubicBezTo>
                      <a:pt x="156230" y="79154"/>
                      <a:pt x="132112" y="88118"/>
                      <a:pt x="96223" y="88118"/>
                    </a:cubicBezTo>
                    <a:cubicBezTo>
                      <a:pt x="80104" y="88118"/>
                      <a:pt x="64317" y="85611"/>
                      <a:pt x="50405" y="80962"/>
                    </a:cubicBezTo>
                    <a:cubicBezTo>
                      <a:pt x="50993" y="75926"/>
                      <a:pt x="51292" y="70878"/>
                      <a:pt x="51292" y="65819"/>
                    </a:cubicBezTo>
                    <a:cubicBezTo>
                      <a:pt x="51292" y="60760"/>
                      <a:pt x="50993" y="55713"/>
                      <a:pt x="50405" y="50698"/>
                    </a:cubicBezTo>
                    <a:moveTo>
                      <a:pt x="96223" y="653"/>
                    </a:moveTo>
                    <a:cubicBezTo>
                      <a:pt x="67101" y="653"/>
                      <a:pt x="39533" y="6833"/>
                      <a:pt x="16446" y="18503"/>
                    </a:cubicBezTo>
                    <a:lnTo>
                      <a:pt x="915" y="26369"/>
                    </a:lnTo>
                    <a:lnTo>
                      <a:pt x="5419" y="43176"/>
                    </a:lnTo>
                    <a:cubicBezTo>
                      <a:pt x="7405" y="50565"/>
                      <a:pt x="8403" y="58187"/>
                      <a:pt x="8403" y="65819"/>
                    </a:cubicBezTo>
                    <a:cubicBezTo>
                      <a:pt x="8403" y="73463"/>
                      <a:pt x="7405" y="81085"/>
                      <a:pt x="5419" y="88473"/>
                    </a:cubicBezTo>
                    <a:lnTo>
                      <a:pt x="915" y="105303"/>
                    </a:lnTo>
                    <a:lnTo>
                      <a:pt x="16457" y="113157"/>
                    </a:lnTo>
                    <a:cubicBezTo>
                      <a:pt x="39544" y="124828"/>
                      <a:pt x="67135" y="130996"/>
                      <a:pt x="96223" y="130996"/>
                    </a:cubicBezTo>
                    <a:cubicBezTo>
                      <a:pt x="191687" y="130996"/>
                      <a:pt x="199109" y="81107"/>
                      <a:pt x="199109" y="65819"/>
                    </a:cubicBezTo>
                    <a:cubicBezTo>
                      <a:pt x="199109" y="34312"/>
                      <a:pt x="172073" y="653"/>
                      <a:pt x="96223" y="65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91379AAC-F46C-8DAE-E6CA-6841DAB9CF08}"/>
                  </a:ext>
                </a:extLst>
              </p:cNvPr>
              <p:cNvSpPr/>
              <p:nvPr/>
            </p:nvSpPr>
            <p:spPr>
              <a:xfrm flipV="1">
                <a:off x="1731072" y="1514081"/>
                <a:ext cx="316369" cy="208085"/>
              </a:xfrm>
              <a:custGeom>
                <a:avLst/>
                <a:gdLst>
                  <a:gd name="connsiteX0" fmla="*/ 103740 w 198171"/>
                  <a:gd name="connsiteY0" fmla="*/ 88121 h 130343"/>
                  <a:gd name="connsiteX1" fmla="*/ 43744 w 198171"/>
                  <a:gd name="connsiteY1" fmla="*/ 65823 h 130343"/>
                  <a:gd name="connsiteX2" fmla="*/ 103740 w 198171"/>
                  <a:gd name="connsiteY2" fmla="*/ 43535 h 130343"/>
                  <a:gd name="connsiteX3" fmla="*/ 149558 w 198171"/>
                  <a:gd name="connsiteY3" fmla="*/ 50702 h 130343"/>
                  <a:gd name="connsiteX4" fmla="*/ 148682 w 198171"/>
                  <a:gd name="connsiteY4" fmla="*/ 65823 h 130343"/>
                  <a:gd name="connsiteX5" fmla="*/ 149558 w 198171"/>
                  <a:gd name="connsiteY5" fmla="*/ 80955 h 130343"/>
                  <a:gd name="connsiteX6" fmla="*/ 103740 w 198171"/>
                  <a:gd name="connsiteY6" fmla="*/ 88121 h 130343"/>
                  <a:gd name="connsiteX7" fmla="*/ 103740 w 198171"/>
                  <a:gd name="connsiteY7" fmla="*/ 657 h 130343"/>
                  <a:gd name="connsiteX8" fmla="*/ 877 w 198171"/>
                  <a:gd name="connsiteY8" fmla="*/ 65823 h 130343"/>
                  <a:gd name="connsiteX9" fmla="*/ 103740 w 198171"/>
                  <a:gd name="connsiteY9" fmla="*/ 131000 h 130343"/>
                  <a:gd name="connsiteX10" fmla="*/ 183506 w 198171"/>
                  <a:gd name="connsiteY10" fmla="*/ 113161 h 130343"/>
                  <a:gd name="connsiteX11" fmla="*/ 199048 w 198171"/>
                  <a:gd name="connsiteY11" fmla="*/ 105306 h 130343"/>
                  <a:gd name="connsiteX12" fmla="*/ 194555 w 198171"/>
                  <a:gd name="connsiteY12" fmla="*/ 88476 h 130343"/>
                  <a:gd name="connsiteX13" fmla="*/ 191560 w 198171"/>
                  <a:gd name="connsiteY13" fmla="*/ 65823 h 130343"/>
                  <a:gd name="connsiteX14" fmla="*/ 194555 w 198171"/>
                  <a:gd name="connsiteY14" fmla="*/ 43180 h 130343"/>
                  <a:gd name="connsiteX15" fmla="*/ 199048 w 198171"/>
                  <a:gd name="connsiteY15" fmla="*/ 26384 h 130343"/>
                  <a:gd name="connsiteX16" fmla="*/ 183517 w 198171"/>
                  <a:gd name="connsiteY16" fmla="*/ 18518 h 130343"/>
                  <a:gd name="connsiteX17" fmla="*/ 103740 w 198171"/>
                  <a:gd name="connsiteY17" fmla="*/ 657 h 13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171" h="130343">
                    <a:moveTo>
                      <a:pt x="103740" y="88121"/>
                    </a:moveTo>
                    <a:cubicBezTo>
                      <a:pt x="62515" y="88121"/>
                      <a:pt x="43744" y="76562"/>
                      <a:pt x="43744" y="65823"/>
                    </a:cubicBezTo>
                    <a:cubicBezTo>
                      <a:pt x="43744" y="52499"/>
                      <a:pt x="67862" y="43535"/>
                      <a:pt x="103740" y="43535"/>
                    </a:cubicBezTo>
                    <a:cubicBezTo>
                      <a:pt x="119871" y="43535"/>
                      <a:pt x="135657" y="46042"/>
                      <a:pt x="149558" y="50702"/>
                    </a:cubicBezTo>
                    <a:cubicBezTo>
                      <a:pt x="148981" y="55716"/>
                      <a:pt x="148682" y="60764"/>
                      <a:pt x="148682" y="65823"/>
                    </a:cubicBezTo>
                    <a:cubicBezTo>
                      <a:pt x="148682" y="70881"/>
                      <a:pt x="148981" y="75929"/>
                      <a:pt x="149558" y="80955"/>
                    </a:cubicBezTo>
                    <a:cubicBezTo>
                      <a:pt x="135646" y="85614"/>
                      <a:pt x="119859" y="88121"/>
                      <a:pt x="103740" y="88121"/>
                    </a:cubicBezTo>
                    <a:moveTo>
                      <a:pt x="103740" y="657"/>
                    </a:moveTo>
                    <a:cubicBezTo>
                      <a:pt x="8287" y="657"/>
                      <a:pt x="877" y="50535"/>
                      <a:pt x="877" y="65823"/>
                    </a:cubicBezTo>
                    <a:cubicBezTo>
                      <a:pt x="877" y="97329"/>
                      <a:pt x="27890" y="131000"/>
                      <a:pt x="103740" y="131000"/>
                    </a:cubicBezTo>
                    <a:cubicBezTo>
                      <a:pt x="132839" y="131000"/>
                      <a:pt x="160419" y="124843"/>
                      <a:pt x="183506" y="113161"/>
                    </a:cubicBezTo>
                    <a:lnTo>
                      <a:pt x="199048" y="105306"/>
                    </a:lnTo>
                    <a:lnTo>
                      <a:pt x="194555" y="88476"/>
                    </a:lnTo>
                    <a:cubicBezTo>
                      <a:pt x="192558" y="81088"/>
                      <a:pt x="191560" y="73466"/>
                      <a:pt x="191560" y="65823"/>
                    </a:cubicBezTo>
                    <a:cubicBezTo>
                      <a:pt x="191560" y="58190"/>
                      <a:pt x="192558" y="50568"/>
                      <a:pt x="194555" y="43180"/>
                    </a:cubicBezTo>
                    <a:lnTo>
                      <a:pt x="199048" y="26384"/>
                    </a:lnTo>
                    <a:lnTo>
                      <a:pt x="183517" y="18518"/>
                    </a:lnTo>
                    <a:cubicBezTo>
                      <a:pt x="160441" y="6836"/>
                      <a:pt x="132862" y="657"/>
                      <a:pt x="103740" y="657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3C2089EF-1213-ECE8-D38A-D2FC2DD0C83F}"/>
                  </a:ext>
                </a:extLst>
              </p:cNvPr>
              <p:cNvSpPr/>
              <p:nvPr/>
            </p:nvSpPr>
            <p:spPr>
              <a:xfrm flipV="1">
                <a:off x="2219880" y="1278899"/>
                <a:ext cx="293403" cy="293899"/>
              </a:xfrm>
              <a:custGeom>
                <a:avLst/>
                <a:gdLst>
                  <a:gd name="connsiteX0" fmla="*/ 53095 w 183785"/>
                  <a:gd name="connsiteY0" fmla="*/ 74203 h 184096"/>
                  <a:gd name="connsiteX1" fmla="*/ 74473 w 183785"/>
                  <a:gd name="connsiteY1" fmla="*/ 52836 h 184096"/>
                  <a:gd name="connsiteX2" fmla="*/ 111970 w 183785"/>
                  <a:gd name="connsiteY2" fmla="*/ 80171 h 184096"/>
                  <a:gd name="connsiteX3" fmla="*/ 138629 w 183785"/>
                  <a:gd name="connsiteY3" fmla="*/ 138370 h 184096"/>
                  <a:gd name="connsiteX4" fmla="*/ 80430 w 183785"/>
                  <a:gd name="connsiteY4" fmla="*/ 111711 h 184096"/>
                  <a:gd name="connsiteX5" fmla="*/ 53095 w 183785"/>
                  <a:gd name="connsiteY5" fmla="*/ 74203 h 184096"/>
                  <a:gd name="connsiteX6" fmla="*/ 56689 w 183785"/>
                  <a:gd name="connsiteY6" fmla="*/ 638 h 184096"/>
                  <a:gd name="connsiteX7" fmla="*/ 47991 w 183785"/>
                  <a:gd name="connsiteY7" fmla="*/ 15726 h 184096"/>
                  <a:gd name="connsiteX8" fmla="*/ 15963 w 183785"/>
                  <a:gd name="connsiteY8" fmla="*/ 47710 h 184096"/>
                  <a:gd name="connsiteX9" fmla="*/ 909 w 183785"/>
                  <a:gd name="connsiteY9" fmla="*/ 56408 h 184096"/>
                  <a:gd name="connsiteX10" fmla="*/ 6323 w 183785"/>
                  <a:gd name="connsiteY10" fmla="*/ 72960 h 184096"/>
                  <a:gd name="connsiteX11" fmla="*/ 50110 w 183785"/>
                  <a:gd name="connsiteY11" fmla="*/ 142020 h 184096"/>
                  <a:gd name="connsiteX12" fmla="*/ 168938 w 183785"/>
                  <a:gd name="connsiteY12" fmla="*/ 168690 h 184096"/>
                  <a:gd name="connsiteX13" fmla="*/ 142290 w 183785"/>
                  <a:gd name="connsiteY13" fmla="*/ 49862 h 184096"/>
                  <a:gd name="connsiteX14" fmla="*/ 73219 w 183785"/>
                  <a:gd name="connsiteY14" fmla="*/ 6063 h 18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3785" h="184096">
                    <a:moveTo>
                      <a:pt x="53095" y="74203"/>
                    </a:moveTo>
                    <a:cubicBezTo>
                      <a:pt x="61016" y="67934"/>
                      <a:pt x="68182" y="60757"/>
                      <a:pt x="74473" y="52836"/>
                    </a:cubicBezTo>
                    <a:cubicBezTo>
                      <a:pt x="87608" y="59370"/>
                      <a:pt x="100544" y="68767"/>
                      <a:pt x="111970" y="80171"/>
                    </a:cubicBezTo>
                    <a:cubicBezTo>
                      <a:pt x="141125" y="109326"/>
                      <a:pt x="146229" y="130782"/>
                      <a:pt x="138629" y="138370"/>
                    </a:cubicBezTo>
                    <a:cubicBezTo>
                      <a:pt x="129199" y="147767"/>
                      <a:pt x="105813" y="137072"/>
                      <a:pt x="80430" y="111711"/>
                    </a:cubicBezTo>
                    <a:cubicBezTo>
                      <a:pt x="69026" y="100307"/>
                      <a:pt x="59629" y="87371"/>
                      <a:pt x="53095" y="74203"/>
                    </a:cubicBezTo>
                    <a:moveTo>
                      <a:pt x="56689" y="638"/>
                    </a:moveTo>
                    <a:lnTo>
                      <a:pt x="47991" y="15726"/>
                    </a:lnTo>
                    <a:cubicBezTo>
                      <a:pt x="40326" y="28984"/>
                      <a:pt x="29254" y="40055"/>
                      <a:pt x="15963" y="47710"/>
                    </a:cubicBezTo>
                    <a:lnTo>
                      <a:pt x="909" y="56408"/>
                    </a:lnTo>
                    <a:lnTo>
                      <a:pt x="6323" y="72960"/>
                    </a:lnTo>
                    <a:cubicBezTo>
                      <a:pt x="14388" y="97544"/>
                      <a:pt x="29520" y="121441"/>
                      <a:pt x="50110" y="142020"/>
                    </a:cubicBezTo>
                    <a:cubicBezTo>
                      <a:pt x="117595" y="209505"/>
                      <a:pt x="158143" y="179518"/>
                      <a:pt x="168938" y="168690"/>
                    </a:cubicBezTo>
                    <a:cubicBezTo>
                      <a:pt x="191226" y="146402"/>
                      <a:pt x="195918" y="103491"/>
                      <a:pt x="142290" y="49862"/>
                    </a:cubicBezTo>
                    <a:cubicBezTo>
                      <a:pt x="121700" y="29261"/>
                      <a:pt x="97803" y="14118"/>
                      <a:pt x="73219" y="6063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47CE426F-A74C-E106-0E2E-F2A196078EF9}"/>
                  </a:ext>
                </a:extLst>
              </p:cNvPr>
              <p:cNvSpPr/>
              <p:nvPr/>
            </p:nvSpPr>
            <p:spPr>
              <a:xfrm flipV="1">
                <a:off x="1835823" y="1663446"/>
                <a:ext cx="293392" cy="294000"/>
              </a:xfrm>
              <a:custGeom>
                <a:avLst/>
                <a:gdLst>
                  <a:gd name="connsiteX0" fmla="*/ 111100 w 183778"/>
                  <a:gd name="connsiteY0" fmla="*/ 132635 h 184159"/>
                  <a:gd name="connsiteX1" fmla="*/ 73602 w 183778"/>
                  <a:gd name="connsiteY1" fmla="*/ 105300 h 184159"/>
                  <a:gd name="connsiteX2" fmla="*/ 46943 w 183778"/>
                  <a:gd name="connsiteY2" fmla="*/ 47101 h 184159"/>
                  <a:gd name="connsiteX3" fmla="*/ 62452 w 183778"/>
                  <a:gd name="connsiteY3" fmla="*/ 44527 h 184159"/>
                  <a:gd name="connsiteX4" fmla="*/ 105120 w 183778"/>
                  <a:gd name="connsiteY4" fmla="*/ 73760 h 184159"/>
                  <a:gd name="connsiteX5" fmla="*/ 132467 w 183778"/>
                  <a:gd name="connsiteY5" fmla="*/ 111268 h 184159"/>
                  <a:gd name="connsiteX6" fmla="*/ 111100 w 183778"/>
                  <a:gd name="connsiteY6" fmla="*/ 132635 h 184159"/>
                  <a:gd name="connsiteX7" fmla="*/ 55774 w 183778"/>
                  <a:gd name="connsiteY7" fmla="*/ 673 h 184159"/>
                  <a:gd name="connsiteX8" fmla="*/ 16623 w 183778"/>
                  <a:gd name="connsiteY8" fmla="*/ 16792 h 184159"/>
                  <a:gd name="connsiteX9" fmla="*/ 43293 w 183778"/>
                  <a:gd name="connsiteY9" fmla="*/ 135631 h 184159"/>
                  <a:gd name="connsiteX10" fmla="*/ 112331 w 183778"/>
                  <a:gd name="connsiteY10" fmla="*/ 179408 h 184159"/>
                  <a:gd name="connsiteX11" fmla="*/ 128883 w 183778"/>
                  <a:gd name="connsiteY11" fmla="*/ 184833 h 184159"/>
                  <a:gd name="connsiteX12" fmla="*/ 137592 w 183778"/>
                  <a:gd name="connsiteY12" fmla="*/ 169767 h 184159"/>
                  <a:gd name="connsiteX13" fmla="*/ 169598 w 183778"/>
                  <a:gd name="connsiteY13" fmla="*/ 137739 h 184159"/>
                  <a:gd name="connsiteX14" fmla="*/ 184664 w 183778"/>
                  <a:gd name="connsiteY14" fmla="*/ 129030 h 184159"/>
                  <a:gd name="connsiteX15" fmla="*/ 179250 w 183778"/>
                  <a:gd name="connsiteY15" fmla="*/ 112511 h 184159"/>
                  <a:gd name="connsiteX16" fmla="*/ 135440 w 183778"/>
                  <a:gd name="connsiteY16" fmla="*/ 43451 h 184159"/>
                  <a:gd name="connsiteX17" fmla="*/ 73435 w 183778"/>
                  <a:gd name="connsiteY17" fmla="*/ 3080 h 184159"/>
                  <a:gd name="connsiteX18" fmla="*/ 55774 w 183778"/>
                  <a:gd name="connsiteY18" fmla="*/ 673 h 18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3778" h="184159">
                    <a:moveTo>
                      <a:pt x="111100" y="132635"/>
                    </a:moveTo>
                    <a:cubicBezTo>
                      <a:pt x="97953" y="126112"/>
                      <a:pt x="85007" y="116705"/>
                      <a:pt x="73602" y="105300"/>
                    </a:cubicBezTo>
                    <a:cubicBezTo>
                      <a:pt x="44447" y="76145"/>
                      <a:pt x="39344" y="54700"/>
                      <a:pt x="46943" y="47101"/>
                    </a:cubicBezTo>
                    <a:cubicBezTo>
                      <a:pt x="48518" y="45503"/>
                      <a:pt x="52235" y="41798"/>
                      <a:pt x="62452" y="44527"/>
                    </a:cubicBezTo>
                    <a:cubicBezTo>
                      <a:pt x="70795" y="46735"/>
                      <a:pt x="84984" y="53602"/>
                      <a:pt x="105120" y="73760"/>
                    </a:cubicBezTo>
                    <a:cubicBezTo>
                      <a:pt x="116536" y="85175"/>
                      <a:pt x="125932" y="98122"/>
                      <a:pt x="132467" y="111268"/>
                    </a:cubicBezTo>
                    <a:cubicBezTo>
                      <a:pt x="124545" y="117548"/>
                      <a:pt x="117368" y="124714"/>
                      <a:pt x="111100" y="132635"/>
                    </a:cubicBezTo>
                    <a:moveTo>
                      <a:pt x="55774" y="673"/>
                    </a:moveTo>
                    <a:cubicBezTo>
                      <a:pt x="40764" y="673"/>
                      <a:pt x="27240" y="6164"/>
                      <a:pt x="16623" y="16792"/>
                    </a:cubicBezTo>
                    <a:cubicBezTo>
                      <a:pt x="-5642" y="39069"/>
                      <a:pt x="-10335" y="82003"/>
                      <a:pt x="43293" y="135631"/>
                    </a:cubicBezTo>
                    <a:cubicBezTo>
                      <a:pt x="63872" y="156210"/>
                      <a:pt x="87758" y="171353"/>
                      <a:pt x="112331" y="179408"/>
                    </a:cubicBezTo>
                    <a:lnTo>
                      <a:pt x="128883" y="184833"/>
                    </a:lnTo>
                    <a:lnTo>
                      <a:pt x="137592" y="169767"/>
                    </a:lnTo>
                    <a:cubicBezTo>
                      <a:pt x="145247" y="156487"/>
                      <a:pt x="156319" y="145416"/>
                      <a:pt x="169598" y="137739"/>
                    </a:cubicBezTo>
                    <a:lnTo>
                      <a:pt x="184664" y="129030"/>
                    </a:lnTo>
                    <a:lnTo>
                      <a:pt x="179250" y="112511"/>
                    </a:lnTo>
                    <a:cubicBezTo>
                      <a:pt x="171173" y="87916"/>
                      <a:pt x="156030" y="64030"/>
                      <a:pt x="135440" y="43451"/>
                    </a:cubicBezTo>
                    <a:cubicBezTo>
                      <a:pt x="113840" y="21840"/>
                      <a:pt x="92983" y="8261"/>
                      <a:pt x="73435" y="3080"/>
                    </a:cubicBezTo>
                    <a:cubicBezTo>
                      <a:pt x="67389" y="1471"/>
                      <a:pt x="61465" y="673"/>
                      <a:pt x="55774" y="673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0" name="자유형: 도형 59">
                <a:extLst>
                  <a:ext uri="{FF2B5EF4-FFF2-40B4-BE49-F238E27FC236}">
                    <a16:creationId xmlns:a16="http://schemas.microsoft.com/office/drawing/2014/main" id="{87FEF1BB-4CF6-C7DA-0E5F-95B61C01DD48}"/>
                  </a:ext>
                </a:extLst>
              </p:cNvPr>
              <p:cNvSpPr/>
              <p:nvPr/>
            </p:nvSpPr>
            <p:spPr>
              <a:xfrm flipV="1">
                <a:off x="2219880" y="1663440"/>
                <a:ext cx="293883" cy="293416"/>
              </a:xfrm>
              <a:custGeom>
                <a:avLst/>
                <a:gdLst>
                  <a:gd name="connsiteX0" fmla="*/ 53095 w 184086"/>
                  <a:gd name="connsiteY0" fmla="*/ 110900 h 183793"/>
                  <a:gd name="connsiteX1" fmla="*/ 80430 w 184086"/>
                  <a:gd name="connsiteY1" fmla="*/ 73392 h 183793"/>
                  <a:gd name="connsiteX2" fmla="*/ 138629 w 184086"/>
                  <a:gd name="connsiteY2" fmla="*/ 46733 h 183793"/>
                  <a:gd name="connsiteX3" fmla="*/ 111970 w 184086"/>
                  <a:gd name="connsiteY3" fmla="*/ 104932 h 183793"/>
                  <a:gd name="connsiteX4" fmla="*/ 74473 w 184086"/>
                  <a:gd name="connsiteY4" fmla="*/ 132267 h 183793"/>
                  <a:gd name="connsiteX5" fmla="*/ 53095 w 184086"/>
                  <a:gd name="connsiteY5" fmla="*/ 110900 h 183793"/>
                  <a:gd name="connsiteX6" fmla="*/ 130153 w 184086"/>
                  <a:gd name="connsiteY6" fmla="*/ 671 h 183793"/>
                  <a:gd name="connsiteX7" fmla="*/ 50110 w 184086"/>
                  <a:gd name="connsiteY7" fmla="*/ 43083 h 183793"/>
                  <a:gd name="connsiteX8" fmla="*/ 6323 w 184086"/>
                  <a:gd name="connsiteY8" fmla="*/ 112132 h 183793"/>
                  <a:gd name="connsiteX9" fmla="*/ 909 w 184086"/>
                  <a:gd name="connsiteY9" fmla="*/ 128673 h 183793"/>
                  <a:gd name="connsiteX10" fmla="*/ 15963 w 184086"/>
                  <a:gd name="connsiteY10" fmla="*/ 137371 h 183793"/>
                  <a:gd name="connsiteX11" fmla="*/ 47991 w 184086"/>
                  <a:gd name="connsiteY11" fmla="*/ 169388 h 183793"/>
                  <a:gd name="connsiteX12" fmla="*/ 56689 w 184086"/>
                  <a:gd name="connsiteY12" fmla="*/ 184465 h 183793"/>
                  <a:gd name="connsiteX13" fmla="*/ 73219 w 184086"/>
                  <a:gd name="connsiteY13" fmla="*/ 179040 h 183793"/>
                  <a:gd name="connsiteX14" fmla="*/ 142290 w 184086"/>
                  <a:gd name="connsiteY14" fmla="*/ 135241 h 183793"/>
                  <a:gd name="connsiteX15" fmla="*/ 168938 w 184086"/>
                  <a:gd name="connsiteY15" fmla="*/ 16413 h 183793"/>
                  <a:gd name="connsiteX16" fmla="*/ 130153 w 184086"/>
                  <a:gd name="connsiteY16" fmla="*/ 671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4086" h="183793">
                    <a:moveTo>
                      <a:pt x="53095" y="110900"/>
                    </a:moveTo>
                    <a:cubicBezTo>
                      <a:pt x="59629" y="97743"/>
                      <a:pt x="69026" y="84807"/>
                      <a:pt x="80430" y="73392"/>
                    </a:cubicBezTo>
                    <a:cubicBezTo>
                      <a:pt x="109585" y="44248"/>
                      <a:pt x="131019" y="39145"/>
                      <a:pt x="138629" y="46733"/>
                    </a:cubicBezTo>
                    <a:cubicBezTo>
                      <a:pt x="148059" y="56163"/>
                      <a:pt x="137342" y="79549"/>
                      <a:pt x="111970" y="104932"/>
                    </a:cubicBezTo>
                    <a:cubicBezTo>
                      <a:pt x="100544" y="116336"/>
                      <a:pt x="87608" y="125744"/>
                      <a:pt x="74473" y="132267"/>
                    </a:cubicBezTo>
                    <a:cubicBezTo>
                      <a:pt x="68182" y="124346"/>
                      <a:pt x="61016" y="117168"/>
                      <a:pt x="53095" y="110900"/>
                    </a:cubicBezTo>
                    <a:moveTo>
                      <a:pt x="130153" y="671"/>
                    </a:moveTo>
                    <a:cubicBezTo>
                      <a:pt x="108298" y="671"/>
                      <a:pt x="80985" y="12208"/>
                      <a:pt x="50110" y="43083"/>
                    </a:cubicBezTo>
                    <a:cubicBezTo>
                      <a:pt x="29531" y="63662"/>
                      <a:pt x="14388" y="87559"/>
                      <a:pt x="6323" y="112132"/>
                    </a:cubicBezTo>
                    <a:lnTo>
                      <a:pt x="909" y="128673"/>
                    </a:lnTo>
                    <a:lnTo>
                      <a:pt x="15963" y="137371"/>
                    </a:lnTo>
                    <a:cubicBezTo>
                      <a:pt x="29254" y="145048"/>
                      <a:pt x="40326" y="156119"/>
                      <a:pt x="47991" y="169388"/>
                    </a:cubicBezTo>
                    <a:lnTo>
                      <a:pt x="56689" y="184465"/>
                    </a:lnTo>
                    <a:lnTo>
                      <a:pt x="73219" y="179040"/>
                    </a:lnTo>
                    <a:cubicBezTo>
                      <a:pt x="97803" y="170985"/>
                      <a:pt x="121700" y="155842"/>
                      <a:pt x="142290" y="135241"/>
                    </a:cubicBezTo>
                    <a:cubicBezTo>
                      <a:pt x="209786" y="67734"/>
                      <a:pt x="179755" y="27230"/>
                      <a:pt x="168938" y="16413"/>
                    </a:cubicBezTo>
                    <a:cubicBezTo>
                      <a:pt x="159486" y="6961"/>
                      <a:pt x="146295" y="671"/>
                      <a:pt x="130153" y="671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F639CC08-521E-FA55-5107-ACD97809C74E}"/>
                  </a:ext>
                </a:extLst>
              </p:cNvPr>
              <p:cNvSpPr/>
              <p:nvPr/>
            </p:nvSpPr>
            <p:spPr>
              <a:xfrm flipV="1">
                <a:off x="1835323" y="1279380"/>
                <a:ext cx="293899" cy="293412"/>
              </a:xfrm>
              <a:custGeom>
                <a:avLst/>
                <a:gdLst>
                  <a:gd name="connsiteX0" fmla="*/ 56176 w 184096"/>
                  <a:gd name="connsiteY0" fmla="*/ 141516 h 183791"/>
                  <a:gd name="connsiteX1" fmla="*/ 47245 w 184096"/>
                  <a:gd name="connsiteY1" fmla="*/ 138376 h 183791"/>
                  <a:gd name="connsiteX2" fmla="*/ 44660 w 184096"/>
                  <a:gd name="connsiteY2" fmla="*/ 122856 h 183791"/>
                  <a:gd name="connsiteX3" fmla="*/ 73915 w 184096"/>
                  <a:gd name="connsiteY3" fmla="*/ 80177 h 183791"/>
                  <a:gd name="connsiteX4" fmla="*/ 111413 w 184096"/>
                  <a:gd name="connsiteY4" fmla="*/ 52842 h 183791"/>
                  <a:gd name="connsiteX5" fmla="*/ 132780 w 184096"/>
                  <a:gd name="connsiteY5" fmla="*/ 74209 h 183791"/>
                  <a:gd name="connsiteX6" fmla="*/ 105433 w 184096"/>
                  <a:gd name="connsiteY6" fmla="*/ 111706 h 183791"/>
                  <a:gd name="connsiteX7" fmla="*/ 56176 w 184096"/>
                  <a:gd name="connsiteY7" fmla="*/ 141516 h 183791"/>
                  <a:gd name="connsiteX8" fmla="*/ 129185 w 184096"/>
                  <a:gd name="connsiteY8" fmla="*/ 645 h 183791"/>
                  <a:gd name="connsiteX9" fmla="*/ 112644 w 184096"/>
                  <a:gd name="connsiteY9" fmla="*/ 6070 h 183791"/>
                  <a:gd name="connsiteX10" fmla="*/ 43595 w 184096"/>
                  <a:gd name="connsiteY10" fmla="*/ 49857 h 183791"/>
                  <a:gd name="connsiteX11" fmla="*/ 16926 w 184096"/>
                  <a:gd name="connsiteY11" fmla="*/ 168685 h 183791"/>
                  <a:gd name="connsiteX12" fmla="*/ 135753 w 184096"/>
                  <a:gd name="connsiteY12" fmla="*/ 142026 h 183791"/>
                  <a:gd name="connsiteX13" fmla="*/ 179552 w 184096"/>
                  <a:gd name="connsiteY13" fmla="*/ 72966 h 183791"/>
                  <a:gd name="connsiteX14" fmla="*/ 184977 w 184096"/>
                  <a:gd name="connsiteY14" fmla="*/ 56425 h 183791"/>
                  <a:gd name="connsiteX15" fmla="*/ 169900 w 184096"/>
                  <a:gd name="connsiteY15" fmla="*/ 47716 h 183791"/>
                  <a:gd name="connsiteX16" fmla="*/ 137883 w 184096"/>
                  <a:gd name="connsiteY16" fmla="*/ 15710 h 183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4096" h="183791">
                    <a:moveTo>
                      <a:pt x="56176" y="141516"/>
                    </a:moveTo>
                    <a:cubicBezTo>
                      <a:pt x="52282" y="141516"/>
                      <a:pt x="49276" y="140395"/>
                      <a:pt x="47245" y="138376"/>
                    </a:cubicBezTo>
                    <a:cubicBezTo>
                      <a:pt x="45659" y="136790"/>
                      <a:pt x="41954" y="133073"/>
                      <a:pt x="44660" y="122856"/>
                    </a:cubicBezTo>
                    <a:cubicBezTo>
                      <a:pt x="46879" y="114513"/>
                      <a:pt x="53746" y="100335"/>
                      <a:pt x="73915" y="80177"/>
                    </a:cubicBezTo>
                    <a:cubicBezTo>
                      <a:pt x="85320" y="68762"/>
                      <a:pt x="98255" y="59365"/>
                      <a:pt x="111413" y="52842"/>
                    </a:cubicBezTo>
                    <a:cubicBezTo>
                      <a:pt x="117681" y="60763"/>
                      <a:pt x="124859" y="67929"/>
                      <a:pt x="132780" y="74209"/>
                    </a:cubicBezTo>
                    <a:cubicBezTo>
                      <a:pt x="126246" y="87355"/>
                      <a:pt x="116860" y="100302"/>
                      <a:pt x="105433" y="111706"/>
                    </a:cubicBezTo>
                    <a:cubicBezTo>
                      <a:pt x="84088" y="133062"/>
                      <a:pt x="66848" y="141516"/>
                      <a:pt x="56176" y="141516"/>
                    </a:cubicBezTo>
                    <a:moveTo>
                      <a:pt x="129185" y="645"/>
                    </a:moveTo>
                    <a:lnTo>
                      <a:pt x="112644" y="6070"/>
                    </a:lnTo>
                    <a:cubicBezTo>
                      <a:pt x="88060" y="14135"/>
                      <a:pt x="64197" y="29267"/>
                      <a:pt x="43595" y="49857"/>
                    </a:cubicBezTo>
                    <a:cubicBezTo>
                      <a:pt x="-23911" y="117353"/>
                      <a:pt x="6120" y="157879"/>
                      <a:pt x="16926" y="168685"/>
                    </a:cubicBezTo>
                    <a:cubicBezTo>
                      <a:pt x="39202" y="190962"/>
                      <a:pt x="82125" y="195665"/>
                      <a:pt x="135753" y="142026"/>
                    </a:cubicBezTo>
                    <a:cubicBezTo>
                      <a:pt x="156343" y="121436"/>
                      <a:pt x="171498" y="97561"/>
                      <a:pt x="179552" y="72966"/>
                    </a:cubicBezTo>
                    <a:lnTo>
                      <a:pt x="184977" y="56425"/>
                    </a:lnTo>
                    <a:lnTo>
                      <a:pt x="169900" y="47716"/>
                    </a:lnTo>
                    <a:cubicBezTo>
                      <a:pt x="156621" y="40050"/>
                      <a:pt x="145560" y="28979"/>
                      <a:pt x="137883" y="15710"/>
                    </a:cubicBezTo>
                    <a:close/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C799E4E-D34A-3C06-C3D5-858A9D849FA7}"/>
                  </a:ext>
                </a:extLst>
              </p:cNvPr>
              <p:cNvSpPr/>
              <p:nvPr/>
            </p:nvSpPr>
            <p:spPr>
              <a:xfrm flipV="1">
                <a:off x="1649489" y="1093084"/>
                <a:ext cx="1050097" cy="1050080"/>
              </a:xfrm>
              <a:custGeom>
                <a:avLst/>
                <a:gdLst>
                  <a:gd name="connsiteX0" fmla="*/ 329790 w 657772"/>
                  <a:gd name="connsiteY0" fmla="*/ 615564 h 657761"/>
                  <a:gd name="connsiteX1" fmla="*/ 43787 w 657772"/>
                  <a:gd name="connsiteY1" fmla="*/ 329561 h 657761"/>
                  <a:gd name="connsiteX2" fmla="*/ 194410 w 657772"/>
                  <a:gd name="connsiteY2" fmla="*/ 77562 h 657761"/>
                  <a:gd name="connsiteX3" fmla="*/ 329790 w 657772"/>
                  <a:gd name="connsiteY3" fmla="*/ 43559 h 657761"/>
                  <a:gd name="connsiteX4" fmla="*/ 615781 w 657772"/>
                  <a:gd name="connsiteY4" fmla="*/ 329561 h 657761"/>
                  <a:gd name="connsiteX5" fmla="*/ 577562 w 657772"/>
                  <a:gd name="connsiteY5" fmla="*/ 472518 h 657761"/>
                  <a:gd name="connsiteX6" fmla="*/ 329790 w 657772"/>
                  <a:gd name="connsiteY6" fmla="*/ 615564 h 657761"/>
                  <a:gd name="connsiteX7" fmla="*/ 329790 w 657772"/>
                  <a:gd name="connsiteY7" fmla="*/ 680 h 657761"/>
                  <a:gd name="connsiteX8" fmla="*/ 174086 w 657772"/>
                  <a:gd name="connsiteY8" fmla="*/ 39831 h 657761"/>
                  <a:gd name="connsiteX9" fmla="*/ 898 w 657772"/>
                  <a:gd name="connsiteY9" fmla="*/ 329561 h 657761"/>
                  <a:gd name="connsiteX10" fmla="*/ 329790 w 657772"/>
                  <a:gd name="connsiteY10" fmla="*/ 658442 h 657761"/>
                  <a:gd name="connsiteX11" fmla="*/ 614683 w 657772"/>
                  <a:gd name="connsiteY11" fmla="*/ 493985 h 657761"/>
                  <a:gd name="connsiteX12" fmla="*/ 658670 w 657772"/>
                  <a:gd name="connsiteY12" fmla="*/ 329561 h 657761"/>
                  <a:gd name="connsiteX13" fmla="*/ 329790 w 657772"/>
                  <a:gd name="connsiteY13" fmla="*/ 680 h 657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7772" h="657761">
                    <a:moveTo>
                      <a:pt x="329790" y="615564"/>
                    </a:moveTo>
                    <a:cubicBezTo>
                      <a:pt x="172089" y="615564"/>
                      <a:pt x="43787" y="487284"/>
                      <a:pt x="43787" y="329561"/>
                    </a:cubicBezTo>
                    <a:cubicBezTo>
                      <a:pt x="43787" y="224146"/>
                      <a:pt x="101498" y="127584"/>
                      <a:pt x="194410" y="77562"/>
                    </a:cubicBezTo>
                    <a:cubicBezTo>
                      <a:pt x="235724" y="55318"/>
                      <a:pt x="282529" y="43559"/>
                      <a:pt x="329790" y="43559"/>
                    </a:cubicBezTo>
                    <a:cubicBezTo>
                      <a:pt x="487490" y="43559"/>
                      <a:pt x="615781" y="171860"/>
                      <a:pt x="615781" y="329561"/>
                    </a:cubicBezTo>
                    <a:cubicBezTo>
                      <a:pt x="615781" y="379828"/>
                      <a:pt x="602568" y="429263"/>
                      <a:pt x="577562" y="472518"/>
                    </a:cubicBezTo>
                    <a:cubicBezTo>
                      <a:pt x="526530" y="560771"/>
                      <a:pt x="431599" y="615564"/>
                      <a:pt x="329790" y="615564"/>
                    </a:cubicBezTo>
                    <a:moveTo>
                      <a:pt x="329790" y="680"/>
                    </a:moveTo>
                    <a:cubicBezTo>
                      <a:pt x="275474" y="680"/>
                      <a:pt x="221634" y="14215"/>
                      <a:pt x="174086" y="39831"/>
                    </a:cubicBezTo>
                    <a:cubicBezTo>
                      <a:pt x="67262" y="97320"/>
                      <a:pt x="898" y="208348"/>
                      <a:pt x="898" y="329561"/>
                    </a:cubicBezTo>
                    <a:cubicBezTo>
                      <a:pt x="898" y="510903"/>
                      <a:pt x="148436" y="658442"/>
                      <a:pt x="329790" y="658442"/>
                    </a:cubicBezTo>
                    <a:cubicBezTo>
                      <a:pt x="446853" y="658442"/>
                      <a:pt x="556029" y="595439"/>
                      <a:pt x="614683" y="493985"/>
                    </a:cubicBezTo>
                    <a:cubicBezTo>
                      <a:pt x="643449" y="444206"/>
                      <a:pt x="658670" y="387350"/>
                      <a:pt x="658670" y="329561"/>
                    </a:cubicBezTo>
                    <a:cubicBezTo>
                      <a:pt x="658670" y="148219"/>
                      <a:pt x="511132" y="680"/>
                      <a:pt x="329790" y="680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A2F857D-9ECB-F5DC-64EF-FB5F42B9BF20}"/>
                  </a:ext>
                </a:extLst>
              </p:cNvPr>
              <p:cNvSpPr/>
              <p:nvPr/>
            </p:nvSpPr>
            <p:spPr>
              <a:xfrm flipV="1">
                <a:off x="1967028" y="1410617"/>
                <a:ext cx="415037" cy="415001"/>
              </a:xfrm>
              <a:custGeom>
                <a:avLst/>
                <a:gdLst>
                  <a:gd name="connsiteX0" fmla="*/ 130886 w 259976"/>
                  <a:gd name="connsiteY0" fmla="*/ 217738 h 259953"/>
                  <a:gd name="connsiteX1" fmla="*/ 43765 w 259976"/>
                  <a:gd name="connsiteY1" fmla="*/ 130628 h 259953"/>
                  <a:gd name="connsiteX2" fmla="*/ 130886 w 259976"/>
                  <a:gd name="connsiteY2" fmla="*/ 43530 h 259953"/>
                  <a:gd name="connsiteX3" fmla="*/ 217996 w 259976"/>
                  <a:gd name="connsiteY3" fmla="*/ 130628 h 259953"/>
                  <a:gd name="connsiteX4" fmla="*/ 130886 w 259976"/>
                  <a:gd name="connsiteY4" fmla="*/ 217738 h 259953"/>
                  <a:gd name="connsiteX5" fmla="*/ 130886 w 259976"/>
                  <a:gd name="connsiteY5" fmla="*/ 662 h 259953"/>
                  <a:gd name="connsiteX6" fmla="*/ 898 w 259976"/>
                  <a:gd name="connsiteY6" fmla="*/ 130628 h 259953"/>
                  <a:gd name="connsiteX7" fmla="*/ 130886 w 259976"/>
                  <a:gd name="connsiteY7" fmla="*/ 260616 h 259953"/>
                  <a:gd name="connsiteX8" fmla="*/ 260874 w 259976"/>
                  <a:gd name="connsiteY8" fmla="*/ 130628 h 259953"/>
                  <a:gd name="connsiteX9" fmla="*/ 130886 w 259976"/>
                  <a:gd name="connsiteY9" fmla="*/ 662 h 259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9976" h="259953">
                    <a:moveTo>
                      <a:pt x="130886" y="217738"/>
                    </a:moveTo>
                    <a:cubicBezTo>
                      <a:pt x="82849" y="217738"/>
                      <a:pt x="43765" y="178676"/>
                      <a:pt x="43765" y="130628"/>
                    </a:cubicBezTo>
                    <a:cubicBezTo>
                      <a:pt x="43765" y="82603"/>
                      <a:pt x="82849" y="43530"/>
                      <a:pt x="130886" y="43530"/>
                    </a:cubicBezTo>
                    <a:cubicBezTo>
                      <a:pt x="178923" y="43530"/>
                      <a:pt x="217996" y="82603"/>
                      <a:pt x="217996" y="130628"/>
                    </a:cubicBezTo>
                    <a:cubicBezTo>
                      <a:pt x="217996" y="178676"/>
                      <a:pt x="178923" y="217738"/>
                      <a:pt x="130886" y="217738"/>
                    </a:cubicBezTo>
                    <a:moveTo>
                      <a:pt x="130886" y="662"/>
                    </a:moveTo>
                    <a:cubicBezTo>
                      <a:pt x="59219" y="662"/>
                      <a:pt x="898" y="58950"/>
                      <a:pt x="898" y="130628"/>
                    </a:cubicBezTo>
                    <a:cubicBezTo>
                      <a:pt x="898" y="202306"/>
                      <a:pt x="59219" y="260616"/>
                      <a:pt x="130886" y="260616"/>
                    </a:cubicBezTo>
                    <a:cubicBezTo>
                      <a:pt x="202553" y="260616"/>
                      <a:pt x="260874" y="202306"/>
                      <a:pt x="260874" y="130628"/>
                    </a:cubicBezTo>
                    <a:cubicBezTo>
                      <a:pt x="260874" y="58950"/>
                      <a:pt x="202553" y="662"/>
                      <a:pt x="130886" y="662"/>
                    </a:cubicBezTo>
                  </a:path>
                </a:pathLst>
              </a:custGeom>
              <a:grpFill/>
              <a:ln w="110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</p:grp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2219D18-DAF6-7B4E-3420-8DAE1CCFBC74}"/>
                </a:ext>
              </a:extLst>
            </p:cNvPr>
            <p:cNvSpPr/>
            <p:nvPr/>
          </p:nvSpPr>
          <p:spPr>
            <a:xfrm>
              <a:off x="5216243" y="6026526"/>
              <a:ext cx="54000" cy="54000"/>
            </a:xfrm>
            <a:prstGeom prst="ellipse">
              <a:avLst/>
            </a:prstGeom>
            <a:solidFill>
              <a:srgbClr val="532E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F15B23F-8F83-C774-125A-0F0F9BF95992}"/>
                </a:ext>
              </a:extLst>
            </p:cNvPr>
            <p:cNvSpPr/>
            <p:nvPr/>
          </p:nvSpPr>
          <p:spPr>
            <a:xfrm>
              <a:off x="5247675" y="2873832"/>
              <a:ext cx="129398" cy="1293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080B02B-2B8C-78CD-E7A6-699A09295DC0}"/>
                </a:ext>
              </a:extLst>
            </p:cNvPr>
            <p:cNvSpPr/>
            <p:nvPr/>
          </p:nvSpPr>
          <p:spPr>
            <a:xfrm>
              <a:off x="5285374" y="2911531"/>
              <a:ext cx="54000" cy="54000"/>
            </a:xfrm>
            <a:prstGeom prst="ellipse">
              <a:avLst/>
            </a:prstGeom>
            <a:solidFill>
              <a:srgbClr val="005D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8D77637D-6C8A-6DF5-33B8-E851CEB35B38}"/>
                </a:ext>
              </a:extLst>
            </p:cNvPr>
            <p:cNvSpPr/>
            <p:nvPr/>
          </p:nvSpPr>
          <p:spPr>
            <a:xfrm>
              <a:off x="3943924" y="5248640"/>
              <a:ext cx="129398" cy="1293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8B2A24AD-D2D6-D14C-F277-EDC1C90B58B4}"/>
                </a:ext>
              </a:extLst>
            </p:cNvPr>
            <p:cNvSpPr/>
            <p:nvPr/>
          </p:nvSpPr>
          <p:spPr>
            <a:xfrm>
              <a:off x="3981623" y="528633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Pretendard" panose="02000503000000020004" pitchFamily="50" charset="-127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A11810BE-91DD-C90A-E5F4-5F9A396AFB53}"/>
              </a:ext>
            </a:extLst>
          </p:cNvPr>
          <p:cNvSpPr txBox="1"/>
          <p:nvPr/>
        </p:nvSpPr>
        <p:spPr>
          <a:xfrm>
            <a:off x="49357" y="4655514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핵심 의도 디자인</a:t>
            </a:r>
          </a:p>
        </p:txBody>
      </p:sp>
    </p:spTree>
    <p:extLst>
      <p:ext uri="{BB962C8B-B14F-4D97-AF65-F5344CB8AC3E}">
        <p14:creationId xmlns:p14="http://schemas.microsoft.com/office/powerpoint/2010/main" val="4171239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2007</Words>
  <Application>Microsoft Office PowerPoint</Application>
  <PresentationFormat>와이드스크린</PresentationFormat>
  <Paragraphs>710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Pretendard</vt:lpstr>
      <vt:lpstr>Pretendard Black</vt:lpstr>
      <vt:lpstr>Pretendard ExtraBold</vt:lpstr>
      <vt:lpstr>Pretendard Light</vt:lpstr>
      <vt:lpstr>Pretendard SemiBold</vt:lpstr>
      <vt:lpstr>Pretendard Thin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우재 이</dc:creator>
  <cp:lastModifiedBy>우재 이</cp:lastModifiedBy>
  <cp:revision>7</cp:revision>
  <dcterms:created xsi:type="dcterms:W3CDTF">2026-04-14T04:55:53Z</dcterms:created>
  <dcterms:modified xsi:type="dcterms:W3CDTF">2026-04-14T05:56:31Z</dcterms:modified>
</cp:coreProperties>
</file>